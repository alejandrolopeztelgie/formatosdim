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301" r:id="rId2"/>
    <p:sldId id="302" r:id="rId3"/>
    <p:sldId id="291" r:id="rId4"/>
    <p:sldId id="294" r:id="rId5"/>
    <p:sldId id="297" r:id="rId6"/>
    <p:sldId id="288" r:id="rId7"/>
    <p:sldId id="300" r:id="rId8"/>
    <p:sldId id="296" r:id="rId9"/>
    <p:sldId id="298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3C6A"/>
    <a:srgbClr val="F29C00"/>
    <a:srgbClr val="E8EBF1"/>
    <a:srgbClr val="058CDE"/>
    <a:srgbClr val="FFC000"/>
    <a:srgbClr val="00687B"/>
    <a:srgbClr val="FF6215"/>
    <a:srgbClr val="01A77D"/>
    <a:srgbClr val="FFBA02"/>
    <a:srgbClr val="0246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A3FB5D-F7EE-A316-606B-12848415F9AB}" v="136" dt="2026-07-07T13:56:55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8CB35-16A5-5640-B227-9E72C02A2DC4}" type="datetimeFigureOut">
              <a:rPr lang="es-CL" smtClean="0"/>
              <a:t>09-07-2026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58AF7-99E0-9148-906C-3F18E49E98F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55324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0162C60-BAD1-D742-F5E0-D033BB4AEC29}"/>
              </a:ext>
            </a:extLst>
          </p:cNvPr>
          <p:cNvSpPr/>
          <p:nvPr userDrawn="1"/>
        </p:nvSpPr>
        <p:spPr>
          <a:xfrm>
            <a:off x="0" y="-1"/>
            <a:ext cx="6823586" cy="4054232"/>
          </a:xfrm>
          <a:prstGeom prst="rect">
            <a:avLst/>
          </a:prstGeom>
          <a:solidFill>
            <a:srgbClr val="223C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7C8D5C4F-25D7-F9B4-2D39-B463E8E61C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000" y="581001"/>
            <a:ext cx="1775715" cy="57920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A04DD579-1F97-E69E-7B5A-C12D862583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898" y="1415844"/>
            <a:ext cx="5791252" cy="2467897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</a:t>
            </a:r>
            <a:endParaRPr lang="es-CL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936A3E24-D125-4A3D-249C-F404841B49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897" y="5948515"/>
            <a:ext cx="2930064" cy="328483"/>
          </a:xfrm>
        </p:spPr>
        <p:txBody>
          <a:bodyPr>
            <a:noAutofit/>
          </a:bodyPr>
          <a:lstStyle>
            <a:lvl1pPr marL="9525" indent="-9525">
              <a:buNone/>
              <a:tabLst/>
              <a:defRPr sz="1600">
                <a:solidFill>
                  <a:srgbClr val="223C6A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CL"/>
              <a:t>Haz clic para incorporar fecha</a:t>
            </a:r>
          </a:p>
        </p:txBody>
      </p:sp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1275D51C-B62D-5184-4B00-F4B3105C1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897" y="4295123"/>
            <a:ext cx="5791252" cy="1147033"/>
          </a:xfrm>
        </p:spPr>
        <p:txBody>
          <a:bodyPr>
            <a:noAutofit/>
          </a:bodyPr>
          <a:lstStyle>
            <a:lvl1pPr marL="9525" indent="-9525">
              <a:lnSpc>
                <a:spcPct val="100000"/>
              </a:lnSpc>
              <a:buNone/>
              <a:tabLst/>
              <a:defRPr sz="3600">
                <a:solidFill>
                  <a:srgbClr val="223C6A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Haz clic para modificar Subtítulo</a:t>
            </a: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251AE8AA-BC4B-4C32-9A89-3399827554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23586" y="0"/>
            <a:ext cx="5368414" cy="6858000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90592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7BC57E3-DAC9-FB43-B367-D0B9EA059BBA}"/>
              </a:ext>
            </a:extLst>
          </p:cNvPr>
          <p:cNvSpPr/>
          <p:nvPr userDrawn="1"/>
        </p:nvSpPr>
        <p:spPr>
          <a:xfrm>
            <a:off x="0" y="3084164"/>
            <a:ext cx="12192000" cy="1423588"/>
          </a:xfrm>
          <a:prstGeom prst="rect">
            <a:avLst/>
          </a:prstGeom>
          <a:solidFill>
            <a:srgbClr val="223C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7C8D5C4F-25D7-F9B4-2D39-B463E8E61C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001" y="5784191"/>
            <a:ext cx="1557432" cy="50800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A04DD579-1F97-E69E-7B5A-C12D862583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896" y="3458138"/>
            <a:ext cx="11139999" cy="798134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</a:t>
            </a:r>
            <a:endParaRPr lang="es-CL"/>
          </a:p>
        </p:txBody>
      </p:sp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1275D51C-B62D-5184-4B00-F4B3105C1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897" y="4726682"/>
            <a:ext cx="11140000" cy="579204"/>
          </a:xfrm>
        </p:spPr>
        <p:txBody>
          <a:bodyPr>
            <a:noAutofit/>
          </a:bodyPr>
          <a:lstStyle>
            <a:lvl1pPr marL="9525" indent="-9525">
              <a:lnSpc>
                <a:spcPct val="100000"/>
              </a:lnSpc>
              <a:buNone/>
              <a:tabLst/>
              <a:defRPr sz="2800">
                <a:solidFill>
                  <a:srgbClr val="223C6A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Haz clic para modificar Subtítulo</a:t>
            </a:r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251AE8AA-BC4B-4C32-9A89-3399827554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3084163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0464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A01D525-D9FC-DBF1-3204-27D94F03D648}"/>
              </a:ext>
            </a:extLst>
          </p:cNvPr>
          <p:cNvSpPr/>
          <p:nvPr userDrawn="1"/>
        </p:nvSpPr>
        <p:spPr>
          <a:xfrm>
            <a:off x="5368412" y="5766618"/>
            <a:ext cx="6823587" cy="1091382"/>
          </a:xfrm>
          <a:prstGeom prst="rect">
            <a:avLst/>
          </a:prstGeom>
          <a:solidFill>
            <a:srgbClr val="223C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7C8D5C4F-25D7-F9B4-2D39-B463E8E61C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64246" y="6034667"/>
            <a:ext cx="1256100" cy="409715"/>
          </a:xfrm>
          <a:prstGeom prst="rect">
            <a:avLst/>
          </a:prstGeom>
        </p:spPr>
      </p:pic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2AF0F4D-52EF-D48E-8DB6-B15A48D705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368413" cy="6857999"/>
          </a:xfrm>
        </p:spPr>
        <p:txBody>
          <a:bodyPr/>
          <a:lstStyle/>
          <a:p>
            <a:endParaRPr lang="es-CL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3D6A6C9-2BEC-035D-4323-45B75089D8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9886" y="3873654"/>
            <a:ext cx="5879688" cy="1091382"/>
          </a:xfrm>
        </p:spPr>
        <p:txBody>
          <a:bodyPr/>
          <a:lstStyle>
            <a:lvl1pPr marL="9525" indent="-9525">
              <a:buNone/>
              <a:tabLst/>
              <a:defRPr sz="1800">
                <a:solidFill>
                  <a:srgbClr val="223C6A"/>
                </a:solidFill>
              </a:defRPr>
            </a:lvl1pPr>
          </a:lstStyle>
          <a:p>
            <a:pPr lvl="0"/>
            <a:endParaRPr lang="es-CL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2B7E767-6163-90B3-73AA-349BEEAB97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49886" y="1111044"/>
            <a:ext cx="5879688" cy="2536724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rgbClr val="223C6A"/>
                </a:solidFill>
              </a:defRPr>
            </a:lvl1pPr>
          </a:lstStyle>
          <a:p>
            <a:r>
              <a:rPr lang="es-MX"/>
              <a:t>Haz clic para modificar el título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7547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6C1B1272-BCE0-3BE2-F0CD-39A4D59EB360}"/>
              </a:ext>
            </a:extLst>
          </p:cNvPr>
          <p:cNvSpPr/>
          <p:nvPr userDrawn="1"/>
        </p:nvSpPr>
        <p:spPr>
          <a:xfrm>
            <a:off x="0" y="5766618"/>
            <a:ext cx="6890994" cy="1091382"/>
          </a:xfrm>
          <a:prstGeom prst="rect">
            <a:avLst/>
          </a:prstGeom>
          <a:solidFill>
            <a:srgbClr val="223C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2AF0F4D-52EF-D48E-8DB6-B15A48D705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09295" y="0"/>
            <a:ext cx="5368413" cy="6857999"/>
          </a:xfrm>
        </p:spPr>
        <p:txBody>
          <a:bodyPr/>
          <a:lstStyle/>
          <a:p>
            <a:endParaRPr lang="es-CL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3D6A6C9-2BEC-035D-4323-45B75089D8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898" y="3873654"/>
            <a:ext cx="5879688" cy="1773002"/>
          </a:xfrm>
        </p:spPr>
        <p:txBody>
          <a:bodyPr/>
          <a:lstStyle>
            <a:lvl1pPr marL="9525" indent="-9525">
              <a:buNone/>
              <a:tabLst/>
              <a:defRPr sz="1800">
                <a:solidFill>
                  <a:srgbClr val="223C6A"/>
                </a:solidFill>
              </a:defRPr>
            </a:lvl1pPr>
          </a:lstStyle>
          <a:p>
            <a:pPr lvl="0"/>
            <a:endParaRPr lang="es-CL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2B7E767-6163-90B3-73AA-349BEEAB97C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898" y="1111044"/>
            <a:ext cx="5879688" cy="2536724"/>
          </a:xfrm>
        </p:spPr>
        <p:txBody>
          <a:bodyPr anchor="b">
            <a:noAutofit/>
          </a:bodyPr>
          <a:lstStyle>
            <a:lvl1pPr algn="l">
              <a:defRPr sz="4800">
                <a:solidFill>
                  <a:srgbClr val="223C6A"/>
                </a:solidFill>
              </a:defRPr>
            </a:lvl1pPr>
          </a:lstStyle>
          <a:p>
            <a:r>
              <a:rPr lang="es-MX"/>
              <a:t>Haz clic para modificar el título</a:t>
            </a:r>
            <a:endParaRPr lang="es-CL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B77FC7B4-D5D2-F6AE-4C46-EFA17D03A3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575" y="6044093"/>
            <a:ext cx="1256100" cy="40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905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D36E0DC-EA26-B808-9625-FB6131F4F09E}"/>
              </a:ext>
            </a:extLst>
          </p:cNvPr>
          <p:cNvSpPr/>
          <p:nvPr userDrawn="1"/>
        </p:nvSpPr>
        <p:spPr>
          <a:xfrm>
            <a:off x="-11855" y="0"/>
            <a:ext cx="12203855" cy="1140542"/>
          </a:xfrm>
          <a:prstGeom prst="rect">
            <a:avLst/>
          </a:prstGeom>
          <a:solidFill>
            <a:srgbClr val="223C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6012DB4-8FEF-7141-97BC-958344EB3C08}"/>
              </a:ext>
            </a:extLst>
          </p:cNvPr>
          <p:cNvSpPr/>
          <p:nvPr userDrawn="1"/>
        </p:nvSpPr>
        <p:spPr>
          <a:xfrm>
            <a:off x="1" y="1140542"/>
            <a:ext cx="12191999" cy="999343"/>
          </a:xfrm>
          <a:prstGeom prst="rect">
            <a:avLst/>
          </a:prstGeom>
          <a:solidFill>
            <a:srgbClr val="223C6A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2E389A-E904-CDCD-E667-91706A1C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18D5A-1604-D30A-B17A-17B29C6D7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77" y="3090072"/>
            <a:ext cx="10976737" cy="25188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F29C00"/>
              </a:buClr>
              <a:buSzPct val="160000"/>
              <a:buFont typeface="Wingdings" pitchFamily="2" charset="2"/>
              <a:buChar char="§"/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A55F714C-8E43-A433-BB8C-8568002E08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5831" y="2441809"/>
            <a:ext cx="10976737" cy="383151"/>
          </a:xfrm>
        </p:spPr>
        <p:txBody>
          <a:bodyPr>
            <a:normAutofit/>
          </a:bodyPr>
          <a:lstStyle>
            <a:lvl1pPr>
              <a:buNone/>
              <a:defRPr sz="200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s-MX"/>
              <a:t>Haz clic para modificar el estilo de subtítulo del patrón</a:t>
            </a:r>
            <a:endParaRPr lang="es-CL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8036E10-D0F1-A7C9-D946-8333803DCA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5832" y="6034667"/>
            <a:ext cx="1256100" cy="409715"/>
          </a:xfrm>
          <a:prstGeom prst="rect">
            <a:avLst/>
          </a:prstGeom>
        </p:spPr>
      </p:pic>
      <p:sp>
        <p:nvSpPr>
          <p:cNvPr id="5" name="Marcador de texto 13">
            <a:extLst>
              <a:ext uri="{FF2B5EF4-FFF2-40B4-BE49-F238E27FC236}">
                <a16:creationId xmlns:a16="http://schemas.microsoft.com/office/drawing/2014/main" id="{11ADF359-7D00-A918-05E1-87D3422BAC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831" y="1442466"/>
            <a:ext cx="10976737" cy="383151"/>
          </a:xfrm>
        </p:spPr>
        <p:txBody>
          <a:bodyPr>
            <a:normAutofit/>
          </a:bodyPr>
          <a:lstStyle>
            <a:lvl1pPr>
              <a:buNone/>
              <a:defRPr sz="2000" b="1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s-MX"/>
              <a:t>Haz clic para modificar el estilo de subtítulo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336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51EFB2AA-56AC-32C8-40C2-9ABD57000873}"/>
              </a:ext>
            </a:extLst>
          </p:cNvPr>
          <p:cNvSpPr/>
          <p:nvPr userDrawn="1"/>
        </p:nvSpPr>
        <p:spPr>
          <a:xfrm>
            <a:off x="0" y="0"/>
            <a:ext cx="12191999" cy="864144"/>
          </a:xfrm>
          <a:prstGeom prst="rect">
            <a:avLst/>
          </a:prstGeom>
          <a:solidFill>
            <a:srgbClr val="223C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6012DB4-8FEF-7141-97BC-958344EB3C08}"/>
              </a:ext>
            </a:extLst>
          </p:cNvPr>
          <p:cNvSpPr/>
          <p:nvPr userDrawn="1"/>
        </p:nvSpPr>
        <p:spPr>
          <a:xfrm>
            <a:off x="6096000" y="1084081"/>
            <a:ext cx="5500169" cy="4633377"/>
          </a:xfrm>
          <a:prstGeom prst="rect">
            <a:avLst/>
          </a:prstGeom>
          <a:solidFill>
            <a:srgbClr val="223C6A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2E389A-E904-CDCD-E667-91706A1CF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31" y="344794"/>
            <a:ext cx="4965983" cy="267948"/>
          </a:xfrm>
        </p:spPr>
        <p:txBody>
          <a:bodyPr anchor="t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8036E10-D0F1-A7C9-D946-8333803DCA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5832" y="6034667"/>
            <a:ext cx="1256100" cy="409715"/>
          </a:xfrm>
          <a:prstGeom prst="rect">
            <a:avLst/>
          </a:prstGeom>
        </p:spPr>
      </p:pic>
      <p:sp>
        <p:nvSpPr>
          <p:cNvPr id="5" name="Marcador de texto 13">
            <a:extLst>
              <a:ext uri="{FF2B5EF4-FFF2-40B4-BE49-F238E27FC236}">
                <a16:creationId xmlns:a16="http://schemas.microsoft.com/office/drawing/2014/main" id="{11ADF359-7D00-A918-05E1-87D3422BAC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831" y="1140542"/>
            <a:ext cx="4965983" cy="2288458"/>
          </a:xfrm>
        </p:spPr>
        <p:txBody>
          <a:bodyPr>
            <a:noAutofit/>
          </a:bodyPr>
          <a:lstStyle>
            <a:lvl1pPr marL="7938" indent="-7938">
              <a:lnSpc>
                <a:spcPct val="100000"/>
              </a:lnSpc>
              <a:buNone/>
              <a:tabLst/>
              <a:defRPr sz="3600" b="1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s-MX"/>
              <a:t>Haz clic para modificar el estilo de subtítulo del patrón</a:t>
            </a:r>
            <a:endParaRPr lang="es-CL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F2ED032-EAA4-C36E-B922-122C2F9C09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22" y="3751868"/>
            <a:ext cx="4965983" cy="1965590"/>
          </a:xfrm>
        </p:spPr>
        <p:txBody>
          <a:bodyPr anchor="b"/>
          <a:lstStyle>
            <a:lvl1pPr marL="9525" indent="-9525">
              <a:lnSpc>
                <a:spcPct val="100000"/>
              </a:lnSpc>
              <a:buNone/>
              <a:tabLst/>
              <a:defRPr sz="1800">
                <a:solidFill>
                  <a:srgbClr val="223C6A"/>
                </a:solidFill>
              </a:defRPr>
            </a:lvl1pPr>
          </a:lstStyle>
          <a:p>
            <a:pPr lvl="0"/>
            <a:endParaRPr lang="es-CL"/>
          </a:p>
        </p:txBody>
      </p:sp>
      <p:sp>
        <p:nvSpPr>
          <p:cNvPr id="11" name="Marcador de gráfico 10">
            <a:extLst>
              <a:ext uri="{FF2B5EF4-FFF2-40B4-BE49-F238E27FC236}">
                <a16:creationId xmlns:a16="http://schemas.microsoft.com/office/drawing/2014/main" id="{E6BFE579-F741-50B9-9A39-EDE3B1D7F847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66789" y="1404594"/>
            <a:ext cx="4769340" cy="4048812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1002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95B19873-7D17-DEAE-94C4-4EF0F24B0DB1}"/>
              </a:ext>
            </a:extLst>
          </p:cNvPr>
          <p:cNvSpPr/>
          <p:nvPr userDrawn="1"/>
        </p:nvSpPr>
        <p:spPr>
          <a:xfrm>
            <a:off x="0" y="0"/>
            <a:ext cx="12192000" cy="876490"/>
          </a:xfrm>
          <a:prstGeom prst="rect">
            <a:avLst/>
          </a:prstGeom>
          <a:solidFill>
            <a:srgbClr val="223C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8036E10-D0F1-A7C9-D946-8333803DCA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5832" y="6034667"/>
            <a:ext cx="1256100" cy="40971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2E389A-E904-CDCD-E667-91706A1CF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31" y="344794"/>
            <a:ext cx="4965983" cy="267948"/>
          </a:xfrm>
        </p:spPr>
        <p:txBody>
          <a:bodyPr anchor="t"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105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8804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0A41CC-34B5-B753-D378-9F13E5000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831" y="344794"/>
            <a:ext cx="10976737" cy="568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A0E227-66CE-428A-5389-3695982FA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831" y="1484671"/>
            <a:ext cx="10976737" cy="4149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5057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0" r:id="rId2"/>
    <p:sldLayoutId id="2147483667" r:id="rId3"/>
    <p:sldLayoutId id="2147483674" r:id="rId4"/>
    <p:sldLayoutId id="2147483672" r:id="rId5"/>
    <p:sldLayoutId id="2147483673" r:id="rId6"/>
    <p:sldLayoutId id="2147483675" r:id="rId7"/>
    <p:sldLayoutId id="214748365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223C6A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23C6A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23C6A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23C6A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23C6A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23C6A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svg"/><Relationship Id="rId18" Type="http://schemas.openxmlformats.org/officeDocument/2006/relationships/image" Target="../media/image29.svg"/><Relationship Id="rId26" Type="http://schemas.openxmlformats.org/officeDocument/2006/relationships/hyperlink" Target="https://fonts.google.com/icons" TargetMode="External"/><Relationship Id="rId3" Type="http://schemas.openxmlformats.org/officeDocument/2006/relationships/image" Target="../media/image14.svg"/><Relationship Id="rId21" Type="http://schemas.openxmlformats.org/officeDocument/2006/relationships/image" Target="../media/image32.svg"/><Relationship Id="rId7" Type="http://schemas.openxmlformats.org/officeDocument/2006/relationships/image" Target="../media/image18.svg"/><Relationship Id="rId12" Type="http://schemas.openxmlformats.org/officeDocument/2006/relationships/image" Target="../media/image23.svg"/><Relationship Id="rId17" Type="http://schemas.openxmlformats.org/officeDocument/2006/relationships/image" Target="../media/image28.svg"/><Relationship Id="rId25" Type="http://schemas.openxmlformats.org/officeDocument/2006/relationships/image" Target="../media/image36.svg"/><Relationship Id="rId2" Type="http://schemas.openxmlformats.org/officeDocument/2006/relationships/image" Target="../media/image13.svg"/><Relationship Id="rId16" Type="http://schemas.openxmlformats.org/officeDocument/2006/relationships/image" Target="../media/image27.svg"/><Relationship Id="rId20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24" Type="http://schemas.openxmlformats.org/officeDocument/2006/relationships/image" Target="../media/image35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23" Type="http://schemas.openxmlformats.org/officeDocument/2006/relationships/image" Target="../media/image34.svg"/><Relationship Id="rId10" Type="http://schemas.openxmlformats.org/officeDocument/2006/relationships/image" Target="../media/image21.svg"/><Relationship Id="rId19" Type="http://schemas.openxmlformats.org/officeDocument/2006/relationships/image" Target="../media/image30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Relationship Id="rId14" Type="http://schemas.openxmlformats.org/officeDocument/2006/relationships/image" Target="../media/image25.svg"/><Relationship Id="rId22" Type="http://schemas.openxmlformats.org/officeDocument/2006/relationships/image" Target="../media/image3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668FB-9976-EEC5-2B96-3900AD0B1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Título de la </a:t>
            </a:r>
            <a:r>
              <a:rPr lang="es-ES">
                <a:solidFill>
                  <a:srgbClr val="F29C00"/>
                </a:solidFill>
              </a:rPr>
              <a:t>presentación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26DF1E-95D1-F09E-3BC8-57D462EDC8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s-ES" err="1">
                <a:cs typeface="Roboto"/>
              </a:rPr>
              <a:t>xx</a:t>
            </a:r>
            <a:r>
              <a:rPr lang="es-ES">
                <a:cs typeface="Roboto"/>
              </a:rPr>
              <a:t> de </a:t>
            </a:r>
            <a:r>
              <a:rPr lang="es-ES" err="1">
                <a:cs typeface="Roboto"/>
              </a:rPr>
              <a:t>xxxxxxx</a:t>
            </a:r>
            <a:r>
              <a:rPr lang="es-ES">
                <a:cs typeface="Roboto"/>
              </a:rPr>
              <a:t> de 2026</a:t>
            </a:r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0B8B76-F78C-6CAA-D0D5-B523D6D777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Subtítulo</a:t>
            </a:r>
          </a:p>
        </p:txBody>
      </p:sp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8E318A53-1E0F-576D-FC1B-45E0A0B2AC8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1164" t="7407" b="18124"/>
          <a:stretch>
            <a:fillRect/>
          </a:stretch>
        </p:blipFill>
        <p:spPr>
          <a:xfrm>
            <a:off x="6765530" y="0"/>
            <a:ext cx="5426685" cy="6861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45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A9389-8EBF-79EC-E095-D79155DE7C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>
                <a:solidFill>
                  <a:srgbClr val="FEFFFF"/>
                </a:solidFill>
              </a:rPr>
              <a:t>Título de la </a:t>
            </a:r>
            <a:r>
              <a:rPr lang="es-ES">
                <a:solidFill>
                  <a:srgbClr val="F29C00"/>
                </a:solidFill>
              </a:rPr>
              <a:t>presentación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21F376-50EC-F383-DF08-279568B686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Subtítulo de la presentación</a:t>
            </a:r>
          </a:p>
        </p:txBody>
      </p:sp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E058EBD8-C750-5085-9B93-1AB329ED2CE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8114" b="8114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440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72C92990-86CB-8862-DA36-97747BD60EC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0" r="3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5C7C83-4938-A422-8F9D-37FBA6ABB1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</a:pPr>
            <a:r>
              <a:rPr lang="es-CL" b="1"/>
              <a:t>Lorem </a:t>
            </a:r>
            <a:r>
              <a:rPr lang="es-CL" b="1" err="1"/>
              <a:t>ipsum</a:t>
            </a:r>
            <a:r>
              <a:rPr lang="es-CL" b="1"/>
              <a:t> </a:t>
            </a:r>
            <a:r>
              <a:rPr lang="es-CL"/>
              <a:t>dolor </a:t>
            </a:r>
            <a:r>
              <a:rPr lang="es-CL" err="1"/>
              <a:t>sit</a:t>
            </a:r>
            <a:r>
              <a:rPr lang="es-CL"/>
              <a:t> </a:t>
            </a:r>
            <a:r>
              <a:rPr lang="es-CL" err="1"/>
              <a:t>amet</a:t>
            </a:r>
            <a:r>
              <a:rPr lang="es-CL"/>
              <a:t>, </a:t>
            </a:r>
            <a:r>
              <a:rPr lang="es-CL" err="1"/>
              <a:t>consectetur</a:t>
            </a:r>
            <a:r>
              <a:rPr lang="es-CL"/>
              <a:t> </a:t>
            </a:r>
            <a:r>
              <a:rPr lang="es-CL" err="1"/>
              <a:t>adipiscing</a:t>
            </a:r>
            <a:r>
              <a:rPr lang="es-CL"/>
              <a:t> </a:t>
            </a:r>
            <a:r>
              <a:rPr lang="es-CL" err="1"/>
              <a:t>elit</a:t>
            </a:r>
            <a:r>
              <a:rPr lang="es-CL"/>
              <a:t>. Nam </a:t>
            </a:r>
            <a:r>
              <a:rPr lang="es-CL" err="1"/>
              <a:t>condimentum</a:t>
            </a:r>
            <a:r>
              <a:rPr lang="es-CL"/>
              <a:t> </a:t>
            </a:r>
            <a:r>
              <a:rPr lang="es-CL" err="1"/>
              <a:t>vel</a:t>
            </a:r>
            <a:r>
              <a:rPr lang="es-CL"/>
              <a:t> </a:t>
            </a:r>
            <a:r>
              <a:rPr lang="es-CL" err="1"/>
              <a:t>velit</a:t>
            </a:r>
            <a:r>
              <a:rPr lang="es-CL"/>
              <a:t> a </a:t>
            </a:r>
            <a:r>
              <a:rPr lang="es-CL" err="1"/>
              <a:t>dapibus</a:t>
            </a:r>
            <a:r>
              <a:rPr lang="es-CL"/>
              <a:t>. </a:t>
            </a:r>
            <a:r>
              <a:rPr lang="es-CL" err="1"/>
              <a:t>Donec</a:t>
            </a:r>
            <a:r>
              <a:rPr lang="es-CL"/>
              <a:t> </a:t>
            </a:r>
            <a:r>
              <a:rPr lang="es-CL" err="1"/>
              <a:t>felis</a:t>
            </a:r>
            <a:r>
              <a:rPr lang="es-CL"/>
              <a:t> </a:t>
            </a:r>
            <a:r>
              <a:rPr lang="es-CL" err="1"/>
              <a:t>purus</a:t>
            </a:r>
            <a:r>
              <a:rPr lang="es-CL"/>
              <a:t>, </a:t>
            </a:r>
            <a:r>
              <a:rPr lang="es-CL" err="1"/>
              <a:t>tristique</a:t>
            </a:r>
            <a:r>
              <a:rPr lang="es-CL"/>
              <a:t> </a:t>
            </a:r>
            <a:r>
              <a:rPr lang="es-CL" err="1"/>
              <a:t>sollicitudin</a:t>
            </a:r>
            <a:r>
              <a:rPr lang="es-CL"/>
              <a:t> </a:t>
            </a:r>
            <a:r>
              <a:rPr lang="es-CL" err="1"/>
              <a:t>sem</a:t>
            </a:r>
            <a:r>
              <a:rPr lang="es-CL"/>
              <a:t> in, pulvinar.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87187CF-CC5A-D312-98BF-C4E3907CAD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/>
              <a:t>Título de la </a:t>
            </a:r>
            <a:r>
              <a:rPr lang="es-CL">
                <a:solidFill>
                  <a:srgbClr val="F29C00"/>
                </a:solidFill>
              </a:rPr>
              <a:t>presentación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92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04549831-77F1-7D6C-8BAE-8E72F37D0F8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4104" r="33709"/>
          <a:stretch>
            <a:fillRect/>
          </a:stretch>
        </p:blipFill>
        <p:spPr>
          <a:xfrm>
            <a:off x="6823587" y="1"/>
            <a:ext cx="5369710" cy="6857999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AB3217-44AF-C369-3734-0AC3FC4F6D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L" b="1"/>
              <a:t>Lorem </a:t>
            </a:r>
            <a:r>
              <a:rPr lang="es-CL" b="1" err="1"/>
              <a:t>ipsum</a:t>
            </a:r>
            <a:r>
              <a:rPr lang="es-CL" b="1"/>
              <a:t> </a:t>
            </a:r>
            <a:r>
              <a:rPr lang="es-CL"/>
              <a:t>dolor </a:t>
            </a:r>
            <a:r>
              <a:rPr lang="es-CL" err="1"/>
              <a:t>sit</a:t>
            </a:r>
            <a:r>
              <a:rPr lang="es-CL"/>
              <a:t> </a:t>
            </a:r>
            <a:r>
              <a:rPr lang="es-CL" err="1"/>
              <a:t>amet</a:t>
            </a:r>
            <a:r>
              <a:rPr lang="es-CL"/>
              <a:t>, </a:t>
            </a:r>
            <a:r>
              <a:rPr lang="es-CL" err="1"/>
              <a:t>consectetur</a:t>
            </a:r>
            <a:r>
              <a:rPr lang="es-CL"/>
              <a:t> </a:t>
            </a:r>
            <a:r>
              <a:rPr lang="es-CL" err="1"/>
              <a:t>adipiscing</a:t>
            </a:r>
            <a:r>
              <a:rPr lang="es-CL"/>
              <a:t> </a:t>
            </a:r>
            <a:r>
              <a:rPr lang="es-CL" err="1"/>
              <a:t>elit</a:t>
            </a:r>
            <a:r>
              <a:rPr lang="es-CL"/>
              <a:t>. Nam </a:t>
            </a:r>
            <a:r>
              <a:rPr lang="es-CL" err="1"/>
              <a:t>condimentum</a:t>
            </a:r>
            <a:r>
              <a:rPr lang="es-CL"/>
              <a:t> </a:t>
            </a:r>
            <a:r>
              <a:rPr lang="es-CL" err="1"/>
              <a:t>vel</a:t>
            </a:r>
            <a:r>
              <a:rPr lang="es-CL"/>
              <a:t> </a:t>
            </a:r>
            <a:r>
              <a:rPr lang="es-CL" err="1"/>
              <a:t>velit</a:t>
            </a:r>
            <a:r>
              <a:rPr lang="es-CL"/>
              <a:t> a </a:t>
            </a:r>
            <a:r>
              <a:rPr lang="es-CL" err="1"/>
              <a:t>dapibus</a:t>
            </a:r>
            <a:r>
              <a:rPr lang="es-CL"/>
              <a:t>. </a:t>
            </a:r>
            <a:r>
              <a:rPr lang="es-CL" err="1"/>
              <a:t>Donec</a:t>
            </a:r>
            <a:r>
              <a:rPr lang="es-CL"/>
              <a:t> </a:t>
            </a:r>
            <a:r>
              <a:rPr lang="es-CL" err="1"/>
              <a:t>felis</a:t>
            </a:r>
            <a:r>
              <a:rPr lang="es-CL"/>
              <a:t> </a:t>
            </a:r>
            <a:r>
              <a:rPr lang="es-CL" err="1"/>
              <a:t>purus</a:t>
            </a:r>
            <a:r>
              <a:rPr lang="es-CL"/>
              <a:t>, </a:t>
            </a:r>
            <a:r>
              <a:rPr lang="es-CL" err="1"/>
              <a:t>tristique</a:t>
            </a:r>
            <a:r>
              <a:rPr lang="es-CL"/>
              <a:t> </a:t>
            </a:r>
            <a:r>
              <a:rPr lang="es-CL" err="1"/>
              <a:t>sollicitudin</a:t>
            </a:r>
            <a:r>
              <a:rPr lang="es-CL"/>
              <a:t> </a:t>
            </a:r>
            <a:r>
              <a:rPr lang="es-CL" err="1"/>
              <a:t>sem</a:t>
            </a:r>
            <a:r>
              <a:rPr lang="es-CL"/>
              <a:t> in, pulvinar.</a:t>
            </a:r>
          </a:p>
        </p:txBody>
      </p:sp>
      <p:sp>
        <p:nvSpPr>
          <p:cNvPr id="5" name="Título 3">
            <a:extLst>
              <a:ext uri="{FF2B5EF4-FFF2-40B4-BE49-F238E27FC236}">
                <a16:creationId xmlns:a16="http://schemas.microsoft.com/office/drawing/2014/main" id="{FCB79896-8111-7BFE-D4EE-F86D1ECEEB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/>
              <a:t>Título de la </a:t>
            </a:r>
            <a:r>
              <a:rPr lang="es-CL">
                <a:solidFill>
                  <a:srgbClr val="F29C00"/>
                </a:solidFill>
              </a:rPr>
              <a:t>presentación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1834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ABDA1-4041-5799-09E1-5FBE57F98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Título de la </a:t>
            </a:r>
            <a:r>
              <a:rPr lang="es-CL">
                <a:solidFill>
                  <a:srgbClr val="F29C00"/>
                </a:solidFill>
              </a:rPr>
              <a:t>presentación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D46C6B-0DF6-07BF-FA6F-65868EB6B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b="1"/>
              <a:t>Lorem </a:t>
            </a:r>
            <a:r>
              <a:rPr lang="es-CL" b="1" err="1"/>
              <a:t>ipsum</a:t>
            </a:r>
            <a:r>
              <a:rPr lang="es-CL" b="1"/>
              <a:t> </a:t>
            </a:r>
            <a:r>
              <a:rPr lang="es-CL"/>
              <a:t>dolor </a:t>
            </a:r>
            <a:r>
              <a:rPr lang="es-CL" err="1"/>
              <a:t>sit</a:t>
            </a:r>
            <a:r>
              <a:rPr lang="es-CL"/>
              <a:t> </a:t>
            </a:r>
            <a:r>
              <a:rPr lang="es-CL" err="1"/>
              <a:t>amet</a:t>
            </a:r>
            <a:r>
              <a:rPr lang="es-CL"/>
              <a:t>, </a:t>
            </a:r>
            <a:r>
              <a:rPr lang="es-CL" err="1"/>
              <a:t>consectetur</a:t>
            </a:r>
            <a:r>
              <a:rPr lang="es-CL"/>
              <a:t> </a:t>
            </a:r>
            <a:r>
              <a:rPr lang="es-CL" err="1"/>
              <a:t>adipiscing</a:t>
            </a:r>
            <a:r>
              <a:rPr lang="es-CL"/>
              <a:t> </a:t>
            </a:r>
            <a:r>
              <a:rPr lang="es-CL" err="1"/>
              <a:t>elit</a:t>
            </a:r>
            <a:r>
              <a:rPr lang="es-CL"/>
              <a:t>.</a:t>
            </a:r>
          </a:p>
          <a:p>
            <a:r>
              <a:rPr lang="es-CL" b="1"/>
              <a:t>Lorem </a:t>
            </a:r>
            <a:r>
              <a:rPr lang="es-CL" b="1" err="1"/>
              <a:t>ipsum</a:t>
            </a:r>
            <a:r>
              <a:rPr lang="es-CL" b="1"/>
              <a:t> </a:t>
            </a:r>
            <a:r>
              <a:rPr lang="es-CL"/>
              <a:t>dolor </a:t>
            </a:r>
            <a:r>
              <a:rPr lang="es-CL" err="1"/>
              <a:t>sit</a:t>
            </a:r>
            <a:r>
              <a:rPr lang="es-CL"/>
              <a:t> </a:t>
            </a:r>
            <a:r>
              <a:rPr lang="es-CL" err="1"/>
              <a:t>amet</a:t>
            </a:r>
            <a:r>
              <a:rPr lang="es-CL"/>
              <a:t> </a:t>
            </a:r>
            <a:r>
              <a:rPr lang="es-CL" err="1"/>
              <a:t>elit</a:t>
            </a:r>
            <a:r>
              <a:rPr lang="es-CL"/>
              <a:t>.</a:t>
            </a:r>
          </a:p>
          <a:p>
            <a:r>
              <a:rPr lang="es-CL" b="1"/>
              <a:t>Lorem </a:t>
            </a:r>
            <a:r>
              <a:rPr lang="es-CL" b="1" err="1"/>
              <a:t>ipsum</a:t>
            </a:r>
            <a:r>
              <a:rPr lang="es-CL" b="1"/>
              <a:t> </a:t>
            </a:r>
            <a:r>
              <a:rPr lang="es-CL"/>
              <a:t>dolor </a:t>
            </a:r>
            <a:r>
              <a:rPr lang="es-CL" err="1"/>
              <a:t>sit</a:t>
            </a:r>
            <a:r>
              <a:rPr lang="es-CL"/>
              <a:t> </a:t>
            </a:r>
            <a:r>
              <a:rPr lang="es-CL" err="1"/>
              <a:t>amet</a:t>
            </a:r>
            <a:r>
              <a:rPr lang="es-CL"/>
              <a:t> </a:t>
            </a:r>
            <a:r>
              <a:rPr lang="es-CL" err="1"/>
              <a:t>elit</a:t>
            </a:r>
            <a:r>
              <a:rPr lang="es-CL"/>
              <a:t>.</a:t>
            </a:r>
          </a:p>
          <a:p>
            <a:pPr marL="0" indent="0">
              <a:buNone/>
            </a:pPr>
            <a:endParaRPr lang="es-CL"/>
          </a:p>
          <a:p>
            <a:pPr marL="0" indent="0">
              <a:buNone/>
            </a:pPr>
            <a:r>
              <a:rPr lang="es-CL" b="1"/>
              <a:t>Lorem </a:t>
            </a:r>
            <a:r>
              <a:rPr lang="es-CL" b="1" err="1"/>
              <a:t>ipsum</a:t>
            </a:r>
            <a:r>
              <a:rPr lang="es-CL" b="1"/>
              <a:t> </a:t>
            </a:r>
            <a:r>
              <a:rPr lang="es-CL"/>
              <a:t>dolor </a:t>
            </a:r>
            <a:r>
              <a:rPr lang="es-CL" err="1"/>
              <a:t>sit</a:t>
            </a:r>
            <a:r>
              <a:rPr lang="es-CL"/>
              <a:t> </a:t>
            </a:r>
            <a:r>
              <a:rPr lang="es-CL" err="1"/>
              <a:t>amet</a:t>
            </a:r>
            <a:r>
              <a:rPr lang="es-CL"/>
              <a:t>, </a:t>
            </a:r>
            <a:r>
              <a:rPr lang="es-CL" err="1"/>
              <a:t>consectetur</a:t>
            </a:r>
            <a:r>
              <a:rPr lang="es-CL"/>
              <a:t> </a:t>
            </a:r>
            <a:r>
              <a:rPr lang="es-CL" err="1"/>
              <a:t>adipiscing</a:t>
            </a:r>
            <a:r>
              <a:rPr lang="es-CL"/>
              <a:t> </a:t>
            </a:r>
            <a:r>
              <a:rPr lang="es-CL" err="1"/>
              <a:t>elit</a:t>
            </a:r>
            <a:r>
              <a:rPr lang="es-CL"/>
              <a:t> </a:t>
            </a:r>
            <a:r>
              <a:rPr lang="es-CL" err="1"/>
              <a:t>sit</a:t>
            </a:r>
            <a:r>
              <a:rPr lang="es-CL"/>
              <a:t> </a:t>
            </a:r>
            <a:r>
              <a:rPr lang="es-CL" err="1"/>
              <a:t>amet</a:t>
            </a:r>
            <a:r>
              <a:rPr lang="es-CL"/>
              <a:t>, </a:t>
            </a:r>
            <a:r>
              <a:rPr lang="es-CL" err="1"/>
              <a:t>consectetur</a:t>
            </a:r>
            <a:r>
              <a:rPr lang="es-CL"/>
              <a:t> </a:t>
            </a:r>
            <a:r>
              <a:rPr lang="es-CL" err="1"/>
              <a:t>adipiscing</a:t>
            </a:r>
            <a:r>
              <a:rPr lang="es-CL"/>
              <a:t> </a:t>
            </a:r>
            <a:r>
              <a:rPr lang="es-CL" err="1"/>
              <a:t>elit</a:t>
            </a:r>
            <a:r>
              <a:rPr lang="es-CL"/>
              <a:t>, </a:t>
            </a:r>
            <a:r>
              <a:rPr lang="es-CL" err="1"/>
              <a:t>sit</a:t>
            </a:r>
            <a:r>
              <a:rPr lang="es-CL"/>
              <a:t> </a:t>
            </a:r>
            <a:r>
              <a:rPr lang="es-CL" err="1"/>
              <a:t>amet</a:t>
            </a:r>
            <a:r>
              <a:rPr lang="es-CL"/>
              <a:t>, </a:t>
            </a:r>
            <a:r>
              <a:rPr lang="es-CL" err="1"/>
              <a:t>consectetur</a:t>
            </a:r>
            <a:r>
              <a:rPr lang="es-CL"/>
              <a:t> </a:t>
            </a:r>
            <a:r>
              <a:rPr lang="es-CL" err="1"/>
              <a:t>adipiscing</a:t>
            </a:r>
            <a:r>
              <a:rPr lang="es-CL"/>
              <a:t> </a:t>
            </a:r>
            <a:r>
              <a:rPr lang="es-CL" err="1"/>
              <a:t>elit</a:t>
            </a:r>
            <a:r>
              <a:rPr lang="es-CL"/>
              <a:t>.</a:t>
            </a:r>
            <a:r>
              <a:rPr lang="es-CL" b="1"/>
              <a:t> Lorem </a:t>
            </a:r>
            <a:r>
              <a:rPr lang="es-CL" b="1" err="1"/>
              <a:t>ipsum</a:t>
            </a:r>
            <a:r>
              <a:rPr lang="es-CL" b="1"/>
              <a:t> </a:t>
            </a:r>
            <a:r>
              <a:rPr lang="es-CL"/>
              <a:t>dolor </a:t>
            </a:r>
            <a:r>
              <a:rPr lang="es-CL" err="1"/>
              <a:t>sit</a:t>
            </a:r>
            <a:r>
              <a:rPr lang="es-CL"/>
              <a:t> </a:t>
            </a:r>
            <a:r>
              <a:rPr lang="es-CL" err="1"/>
              <a:t>amet</a:t>
            </a:r>
            <a:r>
              <a:rPr lang="es-CL"/>
              <a:t>, </a:t>
            </a:r>
            <a:r>
              <a:rPr lang="es-CL" err="1"/>
              <a:t>consectetur</a:t>
            </a:r>
            <a:r>
              <a:rPr lang="es-CL"/>
              <a:t> </a:t>
            </a:r>
            <a:r>
              <a:rPr lang="es-CL" err="1"/>
              <a:t>adipiscing</a:t>
            </a:r>
            <a:r>
              <a:rPr lang="es-CL"/>
              <a:t> </a:t>
            </a:r>
            <a:r>
              <a:rPr lang="es-CL" err="1"/>
              <a:t>elit</a:t>
            </a:r>
            <a:r>
              <a:rPr lang="es-CL"/>
              <a:t>.</a:t>
            </a:r>
          </a:p>
          <a:p>
            <a:pPr marL="0" indent="0">
              <a:buNone/>
            </a:pPr>
            <a:endParaRPr lang="es-CL"/>
          </a:p>
          <a:p>
            <a:pPr marL="0" indent="0">
              <a:buNone/>
            </a:pP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DE40D5-9E1F-96ED-9D1B-29167FAF66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/>
              <a:t>Subtítulo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554203-A292-5C4D-1EC0-0485E0DBB2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/>
              <a:t>Título secundario</a:t>
            </a:r>
          </a:p>
        </p:txBody>
      </p:sp>
    </p:spTree>
    <p:extLst>
      <p:ext uri="{BB962C8B-B14F-4D97-AF65-F5344CB8AC3E}">
        <p14:creationId xmlns:p14="http://schemas.microsoft.com/office/powerpoint/2010/main" val="2416858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C2D4DF-933E-7951-1C42-B85802B3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/>
              <a:t>Título de la </a:t>
            </a:r>
            <a:r>
              <a:rPr lang="es-CL">
                <a:solidFill>
                  <a:srgbClr val="F29C00"/>
                </a:solidFill>
              </a:rPr>
              <a:t>presentación</a:t>
            </a:r>
            <a:r>
              <a:rPr lang="es-CL" b="0"/>
              <a:t>​</a:t>
            </a:r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46670EE-CC56-F952-EFDD-6D71FEDDC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085" y="1440543"/>
            <a:ext cx="4666343" cy="3969657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6FA87A-F0DF-4588-076F-0234A9ED73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5831" y="1140542"/>
            <a:ext cx="4965983" cy="14924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7620" indent="-7620"/>
            <a:r>
              <a:rPr lang="es-CL">
                <a:latin typeface="Poppins"/>
                <a:ea typeface="Roboto"/>
                <a:cs typeface="Poppins"/>
              </a:rPr>
              <a:t>Título de la </a:t>
            </a:r>
            <a:r>
              <a:rPr lang="es-CL">
                <a:solidFill>
                  <a:srgbClr val="F29C00"/>
                </a:solidFill>
                <a:latin typeface="Poppins"/>
                <a:ea typeface="Roboto"/>
                <a:cs typeface="Poppins"/>
              </a:rPr>
              <a:t>diapositiva</a:t>
            </a:r>
            <a:endParaRPr lang="es-CL" b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A907C9-BCCD-28D2-1BC5-775DCAFD4E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831" y="3751868"/>
            <a:ext cx="4965983" cy="1965590"/>
          </a:xfrm>
        </p:spPr>
        <p:txBody>
          <a:bodyPr/>
          <a:lstStyle/>
          <a:p>
            <a:r>
              <a:rPr lang="es-CL" b="1"/>
              <a:t>Lorem </a:t>
            </a:r>
            <a:r>
              <a:rPr lang="es-CL" b="1" err="1"/>
              <a:t>ipsum</a:t>
            </a:r>
            <a:r>
              <a:rPr lang="es-CL" b="1"/>
              <a:t> </a:t>
            </a:r>
            <a:r>
              <a:rPr lang="es-CL"/>
              <a:t>dolor </a:t>
            </a:r>
            <a:r>
              <a:rPr lang="es-CL" err="1"/>
              <a:t>sit</a:t>
            </a:r>
            <a:r>
              <a:rPr lang="es-CL"/>
              <a:t> </a:t>
            </a:r>
            <a:r>
              <a:rPr lang="es-CL" err="1"/>
              <a:t>amet</a:t>
            </a:r>
            <a:r>
              <a:rPr lang="es-CL"/>
              <a:t>, </a:t>
            </a:r>
            <a:r>
              <a:rPr lang="es-CL" err="1"/>
              <a:t>consectetur</a:t>
            </a:r>
            <a:r>
              <a:rPr lang="es-CL"/>
              <a:t> </a:t>
            </a:r>
            <a:r>
              <a:rPr lang="es-CL" err="1"/>
              <a:t>adipiscing</a:t>
            </a:r>
            <a:r>
              <a:rPr lang="es-CL"/>
              <a:t> </a:t>
            </a:r>
            <a:r>
              <a:rPr lang="es-CL" err="1"/>
              <a:t>elit</a:t>
            </a:r>
            <a:r>
              <a:rPr lang="es-CL"/>
              <a:t>. Nam </a:t>
            </a:r>
            <a:r>
              <a:rPr lang="es-CL" err="1"/>
              <a:t>condimentum</a:t>
            </a:r>
            <a:r>
              <a:rPr lang="es-CL"/>
              <a:t> </a:t>
            </a:r>
            <a:r>
              <a:rPr lang="es-CL" err="1"/>
              <a:t>vel</a:t>
            </a:r>
            <a:r>
              <a:rPr lang="es-CL"/>
              <a:t> </a:t>
            </a:r>
            <a:r>
              <a:rPr lang="es-CL" err="1"/>
              <a:t>velit</a:t>
            </a:r>
            <a:r>
              <a:rPr lang="es-CL"/>
              <a:t> a </a:t>
            </a:r>
            <a:r>
              <a:rPr lang="es-CL" err="1"/>
              <a:t>dapibus</a:t>
            </a:r>
            <a:r>
              <a:rPr lang="es-CL"/>
              <a:t>. </a:t>
            </a:r>
            <a:r>
              <a:rPr lang="es-CL" err="1"/>
              <a:t>Donec</a:t>
            </a:r>
            <a:r>
              <a:rPr lang="es-CL"/>
              <a:t> </a:t>
            </a:r>
            <a:r>
              <a:rPr lang="es-CL" err="1"/>
              <a:t>felis</a:t>
            </a:r>
            <a:r>
              <a:rPr lang="es-CL"/>
              <a:t> </a:t>
            </a:r>
            <a:r>
              <a:rPr lang="es-CL" err="1"/>
              <a:t>purus</a:t>
            </a:r>
            <a:r>
              <a:rPr lang="es-CL"/>
              <a:t>, </a:t>
            </a:r>
            <a:r>
              <a:rPr lang="es-CL" err="1"/>
              <a:t>tristique</a:t>
            </a:r>
            <a:r>
              <a:rPr lang="es-CL"/>
              <a:t> </a:t>
            </a:r>
            <a:r>
              <a:rPr lang="es-CL" err="1"/>
              <a:t>sollicitudin</a:t>
            </a:r>
            <a:r>
              <a:rPr lang="es-CL"/>
              <a:t> </a:t>
            </a:r>
            <a:r>
              <a:rPr lang="es-CL" err="1"/>
              <a:t>sem</a:t>
            </a:r>
            <a:r>
              <a:rPr lang="es-CL"/>
              <a:t> in, pulvinar </a:t>
            </a:r>
            <a:r>
              <a:rPr lang="es-CL" err="1"/>
              <a:t>accumsan</a:t>
            </a:r>
            <a:r>
              <a:rPr lang="es-CL"/>
              <a:t> </a:t>
            </a:r>
            <a:r>
              <a:rPr lang="es-CL" err="1"/>
              <a:t>nibh</a:t>
            </a:r>
            <a:r>
              <a:rPr lang="es-CL"/>
              <a:t>.</a:t>
            </a:r>
          </a:p>
          <a:p>
            <a:r>
              <a:rPr lang="es-CL" b="1" err="1"/>
              <a:t>Pellentesque</a:t>
            </a:r>
            <a:r>
              <a:rPr lang="es-CL" b="1"/>
              <a:t> </a:t>
            </a:r>
            <a:r>
              <a:rPr lang="es-CL" err="1"/>
              <a:t>laoreet</a:t>
            </a:r>
            <a:r>
              <a:rPr lang="es-CL"/>
              <a:t> in </a:t>
            </a:r>
            <a:r>
              <a:rPr lang="es-CL" err="1"/>
              <a:t>purus</a:t>
            </a:r>
            <a:r>
              <a:rPr lang="es-CL"/>
              <a:t> id </a:t>
            </a:r>
            <a:r>
              <a:rPr lang="es-CL" err="1"/>
              <a:t>dapibus</a:t>
            </a:r>
            <a:r>
              <a:rPr lang="es-CL"/>
              <a:t>. In in </a:t>
            </a:r>
            <a:r>
              <a:rPr lang="es-CL" err="1"/>
              <a:t>molestie</a:t>
            </a:r>
            <a:r>
              <a:rPr lang="es-CL"/>
              <a:t> ex.</a:t>
            </a:r>
            <a:r>
              <a:rPr lang="en-US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4133769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59537-E00E-7106-6024-6CA9726DC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54207-0855-F86E-F9CB-75537436B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/>
              <a:t>Título de la </a:t>
            </a:r>
            <a:r>
              <a:rPr lang="es-CL">
                <a:solidFill>
                  <a:srgbClr val="F29C00"/>
                </a:solidFill>
              </a:rPr>
              <a:t>presentación</a:t>
            </a:r>
            <a:r>
              <a:rPr lang="es-CL" b="0"/>
              <a:t>​</a:t>
            </a:r>
            <a:endParaRPr lang="es-CL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E71CF57-DBA5-BF5D-35D3-982C6C54FEB2}"/>
              </a:ext>
            </a:extLst>
          </p:cNvPr>
          <p:cNvSpPr/>
          <p:nvPr/>
        </p:nvSpPr>
        <p:spPr>
          <a:xfrm>
            <a:off x="595832" y="1626388"/>
            <a:ext cx="1574724" cy="1574724"/>
          </a:xfrm>
          <a:prstGeom prst="ellipse">
            <a:avLst/>
          </a:prstGeom>
          <a:solidFill>
            <a:srgbClr val="F29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C000"/>
              </a:solidFill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943FC99-FE12-F508-998B-6376B46CC6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7466" y="1848022"/>
            <a:ext cx="1131456" cy="113145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6E662F3-7579-9599-9A7B-151F2DD07BB5}"/>
              </a:ext>
            </a:extLst>
          </p:cNvPr>
          <p:cNvSpPr txBox="1"/>
          <p:nvPr/>
        </p:nvSpPr>
        <p:spPr>
          <a:xfrm>
            <a:off x="511629" y="3306077"/>
            <a:ext cx="1658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>
                <a:solidFill>
                  <a:srgbClr val="223C6A"/>
                </a:solidFill>
                <a:latin typeface="Poppins" pitchFamily="2" charset="77"/>
                <a:cs typeface="Poppins" pitchFamily="2" charset="77"/>
              </a:rPr>
              <a:t>Título de la diapositiva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48EB15E-C1AF-CDE8-CC62-406B44D285B1}"/>
              </a:ext>
            </a:extLst>
          </p:cNvPr>
          <p:cNvSpPr txBox="1"/>
          <p:nvPr/>
        </p:nvSpPr>
        <p:spPr>
          <a:xfrm>
            <a:off x="511629" y="3955006"/>
            <a:ext cx="16589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Cras odio justo,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semper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id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lacus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at,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malesuada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aliquam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risus</a:t>
            </a:r>
            <a:endParaRPr lang="es-CL" sz="1600" b="1">
              <a:solidFill>
                <a:srgbClr val="223C6A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65EB282-EC2A-D434-9945-154CC5B0B987}"/>
              </a:ext>
            </a:extLst>
          </p:cNvPr>
          <p:cNvSpPr/>
          <p:nvPr/>
        </p:nvSpPr>
        <p:spPr>
          <a:xfrm>
            <a:off x="2996670" y="1626388"/>
            <a:ext cx="1574724" cy="1574724"/>
          </a:xfrm>
          <a:prstGeom prst="ellipse">
            <a:avLst/>
          </a:prstGeom>
          <a:solidFill>
            <a:srgbClr val="F29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C00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F3EFF62-E85F-0B62-4D69-521D84ADFF38}"/>
              </a:ext>
            </a:extLst>
          </p:cNvPr>
          <p:cNvSpPr txBox="1"/>
          <p:nvPr/>
        </p:nvSpPr>
        <p:spPr>
          <a:xfrm>
            <a:off x="2912467" y="3306077"/>
            <a:ext cx="1658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>
                <a:solidFill>
                  <a:srgbClr val="223C6A"/>
                </a:solidFill>
                <a:latin typeface="Poppins" pitchFamily="2" charset="77"/>
                <a:cs typeface="Poppins" pitchFamily="2" charset="77"/>
              </a:rPr>
              <a:t>Título de la diapositiva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0908455-F12D-F146-F2D3-D6C16732D021}"/>
              </a:ext>
            </a:extLst>
          </p:cNvPr>
          <p:cNvSpPr txBox="1"/>
          <p:nvPr/>
        </p:nvSpPr>
        <p:spPr>
          <a:xfrm>
            <a:off x="2912467" y="3955006"/>
            <a:ext cx="16589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Cras odio justo,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semper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id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lacus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at,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malesuada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aliquam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risus</a:t>
            </a:r>
            <a:endParaRPr lang="es-CL" sz="1600" b="1">
              <a:solidFill>
                <a:srgbClr val="223C6A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DB51288-C20E-F66F-DF0E-3D0B1C231DCD}"/>
              </a:ext>
            </a:extLst>
          </p:cNvPr>
          <p:cNvSpPr/>
          <p:nvPr/>
        </p:nvSpPr>
        <p:spPr>
          <a:xfrm>
            <a:off x="5313306" y="1626388"/>
            <a:ext cx="1574724" cy="1574724"/>
          </a:xfrm>
          <a:prstGeom prst="ellipse">
            <a:avLst/>
          </a:prstGeom>
          <a:solidFill>
            <a:srgbClr val="F29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C0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C17C9CE-1AA9-EAEB-732D-C3CF1992A970}"/>
              </a:ext>
            </a:extLst>
          </p:cNvPr>
          <p:cNvSpPr txBox="1"/>
          <p:nvPr/>
        </p:nvSpPr>
        <p:spPr>
          <a:xfrm>
            <a:off x="5313306" y="3306077"/>
            <a:ext cx="1658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>
                <a:solidFill>
                  <a:srgbClr val="223C6A"/>
                </a:solidFill>
                <a:latin typeface="Poppins" pitchFamily="2" charset="77"/>
                <a:cs typeface="Poppins" pitchFamily="2" charset="77"/>
              </a:rPr>
              <a:t>Título de la diapositiva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BD17E21-05DB-175B-5F89-8F2B62619081}"/>
              </a:ext>
            </a:extLst>
          </p:cNvPr>
          <p:cNvSpPr txBox="1"/>
          <p:nvPr/>
        </p:nvSpPr>
        <p:spPr>
          <a:xfrm>
            <a:off x="5313306" y="3955006"/>
            <a:ext cx="16589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Cras odio justo,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semper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id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lacus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at,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malesuada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aliquam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risus</a:t>
            </a:r>
            <a:endParaRPr lang="es-CL" sz="1600" b="1">
              <a:solidFill>
                <a:srgbClr val="223C6A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FA162AE-DCC4-B0CF-6B49-EB15BF5964B9}"/>
              </a:ext>
            </a:extLst>
          </p:cNvPr>
          <p:cNvSpPr/>
          <p:nvPr/>
        </p:nvSpPr>
        <p:spPr>
          <a:xfrm>
            <a:off x="7643867" y="1626388"/>
            <a:ext cx="1574724" cy="1574724"/>
          </a:xfrm>
          <a:prstGeom prst="ellipse">
            <a:avLst/>
          </a:prstGeom>
          <a:solidFill>
            <a:srgbClr val="F29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C00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30ECF34-89D0-C7C7-BDE7-46F680BB7135}"/>
              </a:ext>
            </a:extLst>
          </p:cNvPr>
          <p:cNvSpPr txBox="1"/>
          <p:nvPr/>
        </p:nvSpPr>
        <p:spPr>
          <a:xfrm>
            <a:off x="7643867" y="3306077"/>
            <a:ext cx="1658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>
                <a:solidFill>
                  <a:srgbClr val="223C6A"/>
                </a:solidFill>
                <a:latin typeface="Poppins" pitchFamily="2" charset="77"/>
                <a:cs typeface="Poppins" pitchFamily="2" charset="77"/>
              </a:rPr>
              <a:t>Título de la diapositiva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F6926B4-7F95-FD92-DA8D-F181585B4BA9}"/>
              </a:ext>
            </a:extLst>
          </p:cNvPr>
          <p:cNvSpPr txBox="1"/>
          <p:nvPr/>
        </p:nvSpPr>
        <p:spPr>
          <a:xfrm>
            <a:off x="7643867" y="3955006"/>
            <a:ext cx="16589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Cras odio justo,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semper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id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lacus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at,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malesuada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aliquam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risus</a:t>
            </a:r>
            <a:endParaRPr lang="es-CL" sz="1600" b="1">
              <a:solidFill>
                <a:srgbClr val="223C6A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E44D82D3-08CB-FBBF-1FCA-25FA538CCB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3213" y="1852931"/>
            <a:ext cx="1121639" cy="1121639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7C862C0A-AC8B-1B3D-DA20-B15950EE53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4941" y="1848023"/>
            <a:ext cx="1131455" cy="1131455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48EBDF0B-4637-EC1D-5BAA-CFEB5809A2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65504" y="1852931"/>
            <a:ext cx="1131451" cy="1131451"/>
          </a:xfrm>
          <a:prstGeom prst="rect">
            <a:avLst/>
          </a:prstGeom>
        </p:spPr>
      </p:pic>
      <p:sp>
        <p:nvSpPr>
          <p:cNvPr id="19" name="Elipse 18">
            <a:extLst>
              <a:ext uri="{FF2B5EF4-FFF2-40B4-BE49-F238E27FC236}">
                <a16:creationId xmlns:a16="http://schemas.microsoft.com/office/drawing/2014/main" id="{1C23C64B-2F63-C1F5-B873-7A0D3B846F22}"/>
              </a:ext>
            </a:extLst>
          </p:cNvPr>
          <p:cNvSpPr/>
          <p:nvPr/>
        </p:nvSpPr>
        <p:spPr>
          <a:xfrm>
            <a:off x="9979344" y="1626388"/>
            <a:ext cx="1574724" cy="1574724"/>
          </a:xfrm>
          <a:prstGeom prst="ellipse">
            <a:avLst/>
          </a:prstGeom>
          <a:solidFill>
            <a:srgbClr val="F29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rgbClr val="FFC000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9324F7D-8567-9F3F-B313-4984F102C094}"/>
              </a:ext>
            </a:extLst>
          </p:cNvPr>
          <p:cNvSpPr txBox="1"/>
          <p:nvPr/>
        </p:nvSpPr>
        <p:spPr>
          <a:xfrm>
            <a:off x="9937241" y="3306077"/>
            <a:ext cx="1658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>
                <a:solidFill>
                  <a:srgbClr val="223C6A"/>
                </a:solidFill>
                <a:latin typeface="Poppins" pitchFamily="2" charset="77"/>
                <a:cs typeface="Poppins" pitchFamily="2" charset="77"/>
              </a:rPr>
              <a:t>Título de la diapositiva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69E609F-D1EC-810B-8D1E-DCBE71E2F1CE}"/>
              </a:ext>
            </a:extLst>
          </p:cNvPr>
          <p:cNvSpPr txBox="1"/>
          <p:nvPr/>
        </p:nvSpPr>
        <p:spPr>
          <a:xfrm>
            <a:off x="9937241" y="3955006"/>
            <a:ext cx="16589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Cras odio justo,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semper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id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lacus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at,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malesuada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aliquam</a:t>
            </a:r>
            <a:r>
              <a:rPr lang="es-CL" sz="1600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CL" sz="1600" err="1">
                <a:solidFill>
                  <a:srgbClr val="223C6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risus</a:t>
            </a:r>
            <a:endParaRPr lang="es-CL" sz="1600" b="1">
              <a:solidFill>
                <a:srgbClr val="223C6A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B3E44C96-91DD-C669-12C6-557CF91B6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00990" y="1848034"/>
            <a:ext cx="1131433" cy="113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16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E48E7-808C-1A1A-D0B2-904030CAD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1C18B-9F69-98C2-4196-E16650ED8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/>
              <a:t>Algunos </a:t>
            </a:r>
            <a:r>
              <a:rPr lang="es-CL">
                <a:solidFill>
                  <a:srgbClr val="F29C00"/>
                </a:solidFill>
              </a:rPr>
              <a:t>íconos</a:t>
            </a: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E301F77F-4FCD-A121-9E93-2D5B93C82D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8347" y="1401861"/>
            <a:ext cx="1131468" cy="1131468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B2DE42D8-B35A-C3EC-AC2E-BD0DED4EA4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0115" y="1401862"/>
            <a:ext cx="1131467" cy="1131467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7F6D28BF-483F-3079-0A87-1D395A0D0E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1882" y="1401862"/>
            <a:ext cx="1131467" cy="1131467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E7BE0A86-BDE9-45B0-0631-23E87F63F5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355" y="2790520"/>
            <a:ext cx="1131456" cy="1131456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B28C236B-6D85-E941-3E80-D3D3E040FA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80123" y="2790520"/>
            <a:ext cx="1131456" cy="1131456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01A31990-A7BF-305E-E007-27DFDB9B85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31891" y="2790519"/>
            <a:ext cx="1131458" cy="1131458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2B539335-F2F7-9663-1D77-4F2A31B116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80116" y="4179167"/>
            <a:ext cx="1131456" cy="1131456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E7C8201B-A56A-722A-F087-2CC830B1DF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70737" y="2790520"/>
            <a:ext cx="1131456" cy="1131456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A788DA06-22E7-73BB-193C-B171D49A27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31891" y="4179165"/>
            <a:ext cx="1131458" cy="1131458"/>
          </a:xfrm>
          <a:prstGeom prst="rect">
            <a:avLst/>
          </a:prstGeom>
        </p:spPr>
      </p:pic>
      <p:pic>
        <p:nvPicPr>
          <p:cNvPr id="32" name="Gráfico 31">
            <a:extLst>
              <a:ext uri="{FF2B5EF4-FFF2-40B4-BE49-F238E27FC236}">
                <a16:creationId xmlns:a16="http://schemas.microsoft.com/office/drawing/2014/main" id="{6A4967F6-0396-0BF9-22D7-E49876D528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70737" y="1401866"/>
            <a:ext cx="1131458" cy="1131458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7C6E5125-02D5-F339-75A7-C9662BB8B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70738" y="4179165"/>
            <a:ext cx="1131455" cy="1131455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7644B11F-B48F-4C76-2F8A-E77DD6008C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8336" y="4179168"/>
            <a:ext cx="1131455" cy="1131455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DB08809E-02B6-79A8-FAC0-5E57890830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95053" y="1401861"/>
            <a:ext cx="1131455" cy="1131455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4A6A2FD7-7B1D-2280-4977-62B29C82BD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95053" y="2725789"/>
            <a:ext cx="1131455" cy="1131455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D4833073-4EF6-73C0-961D-3077E40D7C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95051" y="4179163"/>
            <a:ext cx="1131458" cy="1131458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EA161991-43C9-CF51-EF4D-4CA4490434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819638" y="1401862"/>
            <a:ext cx="1131454" cy="1131454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1E9CA1BB-3F2C-A922-CBA3-9C61B64057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819639" y="2790523"/>
            <a:ext cx="1131453" cy="1131453"/>
          </a:xfrm>
          <a:prstGeom prst="rect">
            <a:avLst/>
          </a:prstGeom>
        </p:spPr>
      </p:pic>
      <p:pic>
        <p:nvPicPr>
          <p:cNvPr id="40" name="Gráfico 39">
            <a:extLst>
              <a:ext uri="{FF2B5EF4-FFF2-40B4-BE49-F238E27FC236}">
                <a16:creationId xmlns:a16="http://schemas.microsoft.com/office/drawing/2014/main" id="{88463741-74D0-CB92-902D-B7F558E87E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819640" y="4179168"/>
            <a:ext cx="1131452" cy="1131452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DFEA205C-3B7D-7A87-8D18-9A4BE3C63F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00680" y="1401861"/>
            <a:ext cx="1131451" cy="1131451"/>
          </a:xfrm>
          <a:prstGeom prst="rect">
            <a:avLst/>
          </a:prstGeom>
        </p:spPr>
      </p:pic>
      <p:pic>
        <p:nvPicPr>
          <p:cNvPr id="42" name="Gráfico 41">
            <a:extLst>
              <a:ext uri="{FF2B5EF4-FFF2-40B4-BE49-F238E27FC236}">
                <a16:creationId xmlns:a16="http://schemas.microsoft.com/office/drawing/2014/main" id="{FA6537F5-DAD1-1C2A-5BA2-18C7CE3F14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00680" y="2790525"/>
            <a:ext cx="1131451" cy="1131451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237B523D-C3B8-9297-3144-0CB13ACEA5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200679" y="4179169"/>
            <a:ext cx="1131451" cy="1131451"/>
          </a:xfrm>
          <a:prstGeom prst="rect">
            <a:avLst/>
          </a:prstGeom>
        </p:spPr>
      </p:pic>
      <p:pic>
        <p:nvPicPr>
          <p:cNvPr id="44" name="Gráfico 43">
            <a:extLst>
              <a:ext uri="{FF2B5EF4-FFF2-40B4-BE49-F238E27FC236}">
                <a16:creationId xmlns:a16="http://schemas.microsoft.com/office/drawing/2014/main" id="{7D7863FB-665B-0F6C-0A92-1D11F91B3F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538425" y="1401885"/>
            <a:ext cx="1131450" cy="1131450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1E00FD91-B93B-373E-638C-EF91B6B866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538425" y="2790551"/>
            <a:ext cx="1131449" cy="1131449"/>
          </a:xfrm>
          <a:prstGeom prst="rect">
            <a:avLst/>
          </a:prstGeom>
        </p:spPr>
      </p:pic>
      <p:pic>
        <p:nvPicPr>
          <p:cNvPr id="46" name="Gráfico 45">
            <a:extLst>
              <a:ext uri="{FF2B5EF4-FFF2-40B4-BE49-F238E27FC236}">
                <a16:creationId xmlns:a16="http://schemas.microsoft.com/office/drawing/2014/main" id="{635F88C8-291A-FDEF-3568-19AC3E21D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538441" y="4179187"/>
            <a:ext cx="1131433" cy="1131433"/>
          </a:xfrm>
          <a:prstGeom prst="rect">
            <a:avLst/>
          </a:prstGeom>
        </p:spPr>
      </p:pic>
      <p:sp>
        <p:nvSpPr>
          <p:cNvPr id="47" name="Rectángulo redondeado 46">
            <a:hlinkClick r:id="rId26"/>
            <a:extLst>
              <a:ext uri="{FF2B5EF4-FFF2-40B4-BE49-F238E27FC236}">
                <a16:creationId xmlns:a16="http://schemas.microsoft.com/office/drawing/2014/main" id="{9C4A15FB-4780-AF29-56F4-F2C32A543616}"/>
              </a:ext>
            </a:extLst>
          </p:cNvPr>
          <p:cNvSpPr/>
          <p:nvPr/>
        </p:nvSpPr>
        <p:spPr>
          <a:xfrm>
            <a:off x="8736496" y="5896911"/>
            <a:ext cx="2859672" cy="409715"/>
          </a:xfrm>
          <a:prstGeom prst="roundRect">
            <a:avLst/>
          </a:prstGeom>
          <a:solidFill>
            <a:srgbClr val="F29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>
                <a:solidFill>
                  <a:srgbClr val="223C6A"/>
                </a:solidFill>
              </a:rPr>
              <a:t>Más Material Symbols </a:t>
            </a:r>
            <a:r>
              <a:rPr lang="es-CL" sz="1200" err="1">
                <a:solidFill>
                  <a:srgbClr val="223C6A"/>
                </a:solidFill>
              </a:rPr>
              <a:t>icons</a:t>
            </a:r>
            <a:r>
              <a:rPr lang="es-CL" sz="1200">
                <a:solidFill>
                  <a:srgbClr val="223C6A"/>
                </a:solidFill>
              </a:rPr>
              <a:t> de </a:t>
            </a:r>
            <a:r>
              <a:rPr lang="es-CL" sz="1200" b="1">
                <a:solidFill>
                  <a:srgbClr val="223C6A"/>
                </a:solidFill>
              </a:rPr>
              <a:t>Google</a:t>
            </a:r>
          </a:p>
        </p:txBody>
      </p:sp>
    </p:spTree>
    <p:extLst>
      <p:ext uri="{BB962C8B-B14F-4D97-AF65-F5344CB8AC3E}">
        <p14:creationId xmlns:p14="http://schemas.microsoft.com/office/powerpoint/2010/main" val="1830086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3403A558-44B9-0C20-679D-23C9ABC52B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16741" y="2359371"/>
            <a:ext cx="6558517" cy="213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45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UdeC">
      <a:dk1>
        <a:srgbClr val="213B69"/>
      </a:dk1>
      <a:lt1>
        <a:srgbClr val="FEFFFF"/>
      </a:lt1>
      <a:dk2>
        <a:srgbClr val="F39F15"/>
      </a:dk2>
      <a:lt2>
        <a:srgbClr val="E8E8E8"/>
      </a:lt2>
      <a:accent1>
        <a:srgbClr val="02B3D8"/>
      </a:accent1>
      <a:accent2>
        <a:srgbClr val="006779"/>
      </a:accent2>
      <a:accent3>
        <a:srgbClr val="FE5F0E"/>
      </a:accent3>
      <a:accent4>
        <a:srgbClr val="05A37E"/>
      </a:accent4>
      <a:accent5>
        <a:srgbClr val="00478E"/>
      </a:accent5>
      <a:accent6>
        <a:srgbClr val="D04F07"/>
      </a:accent6>
      <a:hlink>
        <a:srgbClr val="70AC46"/>
      </a:hlink>
      <a:folHlink>
        <a:srgbClr val="0000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Tema de Office</vt:lpstr>
      <vt:lpstr>Título de la presentación</vt:lpstr>
      <vt:lpstr>Título de la presentación</vt:lpstr>
      <vt:lpstr>Título de la presentación</vt:lpstr>
      <vt:lpstr>Título de la presentación</vt:lpstr>
      <vt:lpstr>Título de la presentación</vt:lpstr>
      <vt:lpstr>Título de la presentación​</vt:lpstr>
      <vt:lpstr>Título de la presentación​</vt:lpstr>
      <vt:lpstr>Algunos íconos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Pablo Andres Victoriano Yañez</dc:creator>
  <cp:revision>2</cp:revision>
  <dcterms:created xsi:type="dcterms:W3CDTF">2024-12-09T12:46:52Z</dcterms:created>
  <dcterms:modified xsi:type="dcterms:W3CDTF">2026-07-09T20:40:37Z</dcterms:modified>
</cp:coreProperties>
</file>