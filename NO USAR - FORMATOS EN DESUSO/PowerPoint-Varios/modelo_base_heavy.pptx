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81" r:id="rId2"/>
    <p:sldId id="283" r:id="rId3"/>
    <p:sldId id="291" r:id="rId4"/>
    <p:sldId id="294" r:id="rId5"/>
    <p:sldId id="297" r:id="rId6"/>
    <p:sldId id="288" r:id="rId7"/>
    <p:sldId id="295" r:id="rId8"/>
    <p:sldId id="296" r:id="rId9"/>
    <p:sldId id="298" r:id="rId10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3C6A"/>
    <a:srgbClr val="F29C00"/>
    <a:srgbClr val="058CDE"/>
    <a:srgbClr val="FFC000"/>
    <a:srgbClr val="00687B"/>
    <a:srgbClr val="FF6215"/>
    <a:srgbClr val="01A77D"/>
    <a:srgbClr val="FFBA02"/>
    <a:srgbClr val="0246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CC41CC-E2D1-ADD9-104F-33DA079C9DE8}" v="10" dt="2026-07-07T14:10:50.2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681"/>
    <p:restoredTop sz="94643"/>
  </p:normalViewPr>
  <p:slideViewPr>
    <p:cSldViewPr snapToGrid="0">
      <p:cViewPr varScale="1">
        <p:scale>
          <a:sx n="277" d="100"/>
          <a:sy n="277" d="100"/>
        </p:scale>
        <p:origin x="14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Hoja_de_c_lculo_de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rgbClr val="223C6A"/>
              </a:solidFill>
              <a:latin typeface="+mn-lt"/>
              <a:ea typeface="+mn-ea"/>
              <a:cs typeface="+mn-cs"/>
            </a:defRPr>
          </a:pPr>
          <a:endParaRPr lang="es-CL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chemeClr val="accent5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86F-E941-B93D-52AEDBE692FA}"/>
              </c:ext>
            </c:extLst>
          </c:dPt>
          <c:dPt>
            <c:idx val="1"/>
            <c:bubble3D val="0"/>
            <c:spPr>
              <a:solidFill>
                <a:schemeClr val="accent5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86F-E941-B93D-52AEDBE692FA}"/>
              </c:ext>
            </c:extLst>
          </c:dPt>
          <c:dPt>
            <c:idx val="2"/>
            <c:bubble3D val="0"/>
            <c:spPr>
              <a:solidFill>
                <a:schemeClr val="accent5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86F-E941-B93D-52AEDBE692FA}"/>
              </c:ext>
            </c:extLst>
          </c:dPt>
          <c:dPt>
            <c:idx val="3"/>
            <c:bubble3D val="0"/>
            <c:spPr>
              <a:solidFill>
                <a:schemeClr val="accent5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986F-E941-B93D-52AEDBE692FA}"/>
              </c:ext>
            </c:extLst>
          </c:dPt>
          <c:cat>
            <c:strRef>
              <c:f>Hoja1!$A$2:$A$5</c:f>
              <c:strCache>
                <c:ptCount val="4"/>
                <c:pt idx="0">
                  <c:v>1er trim.</c:v>
                </c:pt>
                <c:pt idx="1">
                  <c:v>2º trim.</c:v>
                </c:pt>
                <c:pt idx="2">
                  <c:v>3er trim.</c:v>
                </c:pt>
                <c:pt idx="3">
                  <c:v>4º trim.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AD-1F49-8A19-A4447A31F6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rgbClr val="223C6A"/>
              </a:solidFill>
              <a:latin typeface="+mn-lt"/>
              <a:ea typeface="+mn-ea"/>
              <a:cs typeface="+mn-cs"/>
            </a:defRPr>
          </a:pPr>
          <a:endParaRPr lang="es-C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rgbClr val="223C6A"/>
          </a:solidFill>
        </a:defRPr>
      </a:pPr>
      <a:endParaRPr lang="es-C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38CB35-16A5-5640-B227-9E72C02A2DC4}" type="datetimeFigureOut">
              <a:rPr lang="es-CL" smtClean="0"/>
              <a:t>09-07-2026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958AF7-99E0-9148-906C-3F18E49E98F4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55324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A0162C60-BAD1-D742-F5E0-D033BB4AEC29}"/>
              </a:ext>
            </a:extLst>
          </p:cNvPr>
          <p:cNvSpPr/>
          <p:nvPr userDrawn="1"/>
        </p:nvSpPr>
        <p:spPr>
          <a:xfrm>
            <a:off x="0" y="-1"/>
            <a:ext cx="6823586" cy="6858000"/>
          </a:xfrm>
          <a:prstGeom prst="rect">
            <a:avLst/>
          </a:prstGeom>
          <a:solidFill>
            <a:srgbClr val="223C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7C8D5C4F-25D7-F9B4-2D39-B463E8E61C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6000" y="581001"/>
            <a:ext cx="1775715" cy="579203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A04DD579-1F97-E69E-7B5A-C12D8625836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898" y="1415844"/>
            <a:ext cx="5791252" cy="2467897"/>
          </a:xfrm>
        </p:spPr>
        <p:txBody>
          <a:bodyPr anchor="b">
            <a:no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s-MX" dirty="0"/>
              <a:t>Haz clic para modificar el título</a:t>
            </a:r>
            <a:endParaRPr lang="es-CL" dirty="0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936A3E24-D125-4A3D-249C-F404841B497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1897" y="5948515"/>
            <a:ext cx="2930064" cy="328483"/>
          </a:xfrm>
        </p:spPr>
        <p:txBody>
          <a:bodyPr>
            <a:noAutofit/>
          </a:bodyPr>
          <a:lstStyle>
            <a:lvl1pPr marL="9525" indent="-9525">
              <a:buNone/>
              <a:tabLst/>
              <a:defRPr sz="16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CL" dirty="0"/>
              <a:t>Haz clic para incorporar fecha</a:t>
            </a:r>
          </a:p>
        </p:txBody>
      </p:sp>
      <p:sp>
        <p:nvSpPr>
          <p:cNvPr id="10" name="Marcador de texto 7">
            <a:extLst>
              <a:ext uri="{FF2B5EF4-FFF2-40B4-BE49-F238E27FC236}">
                <a16:creationId xmlns:a16="http://schemas.microsoft.com/office/drawing/2014/main" id="{1275D51C-B62D-5184-4B00-F4B3105C11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1897" y="4295123"/>
            <a:ext cx="5791252" cy="1147033"/>
          </a:xfrm>
        </p:spPr>
        <p:txBody>
          <a:bodyPr>
            <a:noAutofit/>
          </a:bodyPr>
          <a:lstStyle>
            <a:lvl1pPr marL="9525" indent="-9525">
              <a:lnSpc>
                <a:spcPct val="100000"/>
              </a:lnSpc>
              <a:buNone/>
              <a:tabLst/>
              <a:defRPr sz="36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MX" dirty="0"/>
              <a:t>Haz clic para modificar Subtítulo</a:t>
            </a:r>
          </a:p>
        </p:txBody>
      </p:sp>
      <p:sp>
        <p:nvSpPr>
          <p:cNvPr id="13" name="Marcador de posición de imagen 12">
            <a:extLst>
              <a:ext uri="{FF2B5EF4-FFF2-40B4-BE49-F238E27FC236}">
                <a16:creationId xmlns:a16="http://schemas.microsoft.com/office/drawing/2014/main" id="{251AE8AA-BC4B-4C32-9A89-33998275542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23586" y="0"/>
            <a:ext cx="5368414" cy="6858000"/>
          </a:xfrm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90592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A7BC57E3-DAC9-FB43-B367-D0B9EA059BBA}"/>
              </a:ext>
            </a:extLst>
          </p:cNvPr>
          <p:cNvSpPr/>
          <p:nvPr userDrawn="1"/>
        </p:nvSpPr>
        <p:spPr>
          <a:xfrm>
            <a:off x="0" y="3084162"/>
            <a:ext cx="12192000" cy="3773837"/>
          </a:xfrm>
          <a:prstGeom prst="rect">
            <a:avLst/>
          </a:prstGeom>
          <a:solidFill>
            <a:srgbClr val="223C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7C8D5C4F-25D7-F9B4-2D39-B463E8E61C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6001" y="5784191"/>
            <a:ext cx="1557432" cy="508003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A04DD579-1F97-E69E-7B5A-C12D8625836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896" y="3458138"/>
            <a:ext cx="11139999" cy="798134"/>
          </a:xfr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s-MX" dirty="0"/>
              <a:t>Haz clic para modificar el título</a:t>
            </a:r>
            <a:endParaRPr lang="es-CL" dirty="0"/>
          </a:p>
        </p:txBody>
      </p:sp>
      <p:sp>
        <p:nvSpPr>
          <p:cNvPr id="10" name="Marcador de texto 7">
            <a:extLst>
              <a:ext uri="{FF2B5EF4-FFF2-40B4-BE49-F238E27FC236}">
                <a16:creationId xmlns:a16="http://schemas.microsoft.com/office/drawing/2014/main" id="{1275D51C-B62D-5184-4B00-F4B3105C11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1897" y="4726682"/>
            <a:ext cx="11140000" cy="579204"/>
          </a:xfrm>
        </p:spPr>
        <p:txBody>
          <a:bodyPr>
            <a:noAutofit/>
          </a:bodyPr>
          <a:lstStyle>
            <a:lvl1pPr marL="9525" indent="-9525">
              <a:lnSpc>
                <a:spcPct val="100000"/>
              </a:lnSpc>
              <a:buNone/>
              <a:tabLst/>
              <a:defRPr sz="28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MX" dirty="0"/>
              <a:t>Haz clic para modificar Subtítulo</a:t>
            </a:r>
          </a:p>
        </p:txBody>
      </p:sp>
      <p:sp>
        <p:nvSpPr>
          <p:cNvPr id="13" name="Marcador de posición de imagen 12">
            <a:extLst>
              <a:ext uri="{FF2B5EF4-FFF2-40B4-BE49-F238E27FC236}">
                <a16:creationId xmlns:a16="http://schemas.microsoft.com/office/drawing/2014/main" id="{251AE8AA-BC4B-4C32-9A89-33998275542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084163"/>
          </a:xfrm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50464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A01D525-D9FC-DBF1-3204-27D94F03D648}"/>
              </a:ext>
            </a:extLst>
          </p:cNvPr>
          <p:cNvSpPr/>
          <p:nvPr userDrawn="1"/>
        </p:nvSpPr>
        <p:spPr>
          <a:xfrm>
            <a:off x="5368412" y="0"/>
            <a:ext cx="6823587" cy="6858000"/>
          </a:xfrm>
          <a:prstGeom prst="rect">
            <a:avLst/>
          </a:prstGeom>
          <a:solidFill>
            <a:srgbClr val="223C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7C8D5C4F-25D7-F9B4-2D39-B463E8E61C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64246" y="6034667"/>
            <a:ext cx="1256100" cy="409715"/>
          </a:xfrm>
          <a:prstGeom prst="rect">
            <a:avLst/>
          </a:prstGeom>
        </p:spPr>
      </p:pic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B2AF0F4D-52EF-D48E-8DB6-B15A48D705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5368413" cy="6857999"/>
          </a:xfrm>
        </p:spPr>
        <p:txBody>
          <a:bodyPr/>
          <a:lstStyle/>
          <a:p>
            <a:endParaRPr lang="es-CL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43D6A6C9-2BEC-035D-4323-45B75089D8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49886" y="3873654"/>
            <a:ext cx="5879688" cy="1091382"/>
          </a:xfrm>
        </p:spPr>
        <p:txBody>
          <a:bodyPr/>
          <a:lstStyle>
            <a:lvl1pPr marL="9525" indent="-9525">
              <a:buNone/>
              <a:tabLst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s-CL" dirty="0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52B7E767-6163-90B3-73AA-349BEEAB97C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849886" y="1111044"/>
            <a:ext cx="5879688" cy="2536724"/>
          </a:xfrm>
        </p:spPr>
        <p:txBody>
          <a:bodyPr anchor="b">
            <a:no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s-MX" dirty="0"/>
              <a:t>Haz clic para modificar el título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407547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6C1B1272-BCE0-3BE2-F0CD-39A4D59EB360}"/>
              </a:ext>
            </a:extLst>
          </p:cNvPr>
          <p:cNvSpPr/>
          <p:nvPr userDrawn="1"/>
        </p:nvSpPr>
        <p:spPr>
          <a:xfrm>
            <a:off x="-9427" y="0"/>
            <a:ext cx="6818722" cy="6867427"/>
          </a:xfrm>
          <a:prstGeom prst="rect">
            <a:avLst/>
          </a:prstGeom>
          <a:solidFill>
            <a:srgbClr val="223C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B2AF0F4D-52EF-D48E-8DB6-B15A48D705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809295" y="0"/>
            <a:ext cx="5368413" cy="6857999"/>
          </a:xfrm>
        </p:spPr>
        <p:txBody>
          <a:bodyPr/>
          <a:lstStyle/>
          <a:p>
            <a:endParaRPr lang="es-CL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43D6A6C9-2BEC-035D-4323-45B75089D8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1898" y="3873654"/>
            <a:ext cx="5879688" cy="1773002"/>
          </a:xfrm>
        </p:spPr>
        <p:txBody>
          <a:bodyPr/>
          <a:lstStyle>
            <a:lvl1pPr marL="9525" indent="-9525">
              <a:buNone/>
              <a:tabLst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s-CL" dirty="0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52B7E767-6163-90B3-73AA-349BEEAB97C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898" y="1111044"/>
            <a:ext cx="5879688" cy="2536724"/>
          </a:xfrm>
        </p:spPr>
        <p:txBody>
          <a:bodyPr anchor="b">
            <a:no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s-MX" dirty="0"/>
              <a:t>Haz clic para modificar el título</a:t>
            </a:r>
            <a:endParaRPr lang="es-CL" dirty="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B77FC7B4-D5D2-F6AE-4C46-EFA17D03A39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6575" y="6044093"/>
            <a:ext cx="1256100" cy="409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905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1D36E0DC-EA26-B808-9625-FB6131F4F09E}"/>
              </a:ext>
            </a:extLst>
          </p:cNvPr>
          <p:cNvSpPr/>
          <p:nvPr userDrawn="1"/>
        </p:nvSpPr>
        <p:spPr>
          <a:xfrm>
            <a:off x="-11855" y="0"/>
            <a:ext cx="12203855" cy="1140542"/>
          </a:xfrm>
          <a:prstGeom prst="rect">
            <a:avLst/>
          </a:prstGeom>
          <a:solidFill>
            <a:srgbClr val="223C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6012DB4-8FEF-7141-97BC-958344EB3C08}"/>
              </a:ext>
            </a:extLst>
          </p:cNvPr>
          <p:cNvSpPr/>
          <p:nvPr userDrawn="1"/>
        </p:nvSpPr>
        <p:spPr>
          <a:xfrm>
            <a:off x="1" y="1140542"/>
            <a:ext cx="12191999" cy="999343"/>
          </a:xfrm>
          <a:prstGeom prst="rect">
            <a:avLst/>
          </a:prstGeom>
          <a:solidFill>
            <a:srgbClr val="223C6A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92E389A-E904-CDCD-E667-91706A1CF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MX" dirty="0"/>
              <a:t>Haz clic para modificar el estilo de título del patrón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618D5A-1604-D30A-B17A-17B29C6D7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777" y="3090072"/>
            <a:ext cx="10976737" cy="251887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buClr>
                <a:srgbClr val="F29C00"/>
              </a:buClr>
              <a:buSzPct val="160000"/>
              <a:buFont typeface="Wingdings" pitchFamily="2" charset="2"/>
              <a:buChar char="§"/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s-MX" dirty="0"/>
              <a:t>Haga clic para modificar los estilos de texto del patrón</a:t>
            </a: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A55F714C-8E43-A433-BB8C-8568002E08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5831" y="2441809"/>
            <a:ext cx="10976737" cy="383151"/>
          </a:xfrm>
        </p:spPr>
        <p:txBody>
          <a:bodyPr>
            <a:normAutofit/>
          </a:bodyPr>
          <a:lstStyle>
            <a:lvl1pPr>
              <a:buNone/>
              <a:defRPr sz="200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s-MX" dirty="0"/>
              <a:t>Haz clic para modificar el estilo de subtítulo del patrón</a:t>
            </a:r>
            <a:endParaRPr lang="es-CL" dirty="0"/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F8036E10-D0F1-A7C9-D946-8333803DCA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5832" y="6034667"/>
            <a:ext cx="1256100" cy="409715"/>
          </a:xfrm>
          <a:prstGeom prst="rect">
            <a:avLst/>
          </a:prstGeom>
        </p:spPr>
      </p:pic>
      <p:sp>
        <p:nvSpPr>
          <p:cNvPr id="5" name="Marcador de texto 13">
            <a:extLst>
              <a:ext uri="{FF2B5EF4-FFF2-40B4-BE49-F238E27FC236}">
                <a16:creationId xmlns:a16="http://schemas.microsoft.com/office/drawing/2014/main" id="{11ADF359-7D00-A918-05E1-87D3422BAC4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5831" y="1442466"/>
            <a:ext cx="10976737" cy="383151"/>
          </a:xfrm>
        </p:spPr>
        <p:txBody>
          <a:bodyPr>
            <a:normAutofit/>
          </a:bodyPr>
          <a:lstStyle>
            <a:lvl1pPr>
              <a:buNone/>
              <a:defRPr sz="2000" b="1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s-MX" dirty="0"/>
              <a:t>Haz clic para modificar el estilo de subtítulo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123369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51EFB2AA-56AC-32C8-40C2-9ABD57000873}"/>
              </a:ext>
            </a:extLst>
          </p:cNvPr>
          <p:cNvSpPr/>
          <p:nvPr userDrawn="1"/>
        </p:nvSpPr>
        <p:spPr>
          <a:xfrm>
            <a:off x="0" y="0"/>
            <a:ext cx="12191999" cy="864144"/>
          </a:xfrm>
          <a:prstGeom prst="rect">
            <a:avLst/>
          </a:prstGeom>
          <a:solidFill>
            <a:srgbClr val="223C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6012DB4-8FEF-7141-97BC-958344EB3C08}"/>
              </a:ext>
            </a:extLst>
          </p:cNvPr>
          <p:cNvSpPr/>
          <p:nvPr userDrawn="1"/>
        </p:nvSpPr>
        <p:spPr>
          <a:xfrm>
            <a:off x="6096000" y="1084081"/>
            <a:ext cx="5500169" cy="4633377"/>
          </a:xfrm>
          <a:prstGeom prst="rect">
            <a:avLst/>
          </a:prstGeom>
          <a:solidFill>
            <a:srgbClr val="223C6A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92E389A-E904-CDCD-E667-91706A1CF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831" y="344794"/>
            <a:ext cx="4965983" cy="267948"/>
          </a:xfrm>
        </p:spPr>
        <p:txBody>
          <a:bodyPr anchor="t"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lang="es-MX" dirty="0"/>
              <a:t>Haz clic para modificar el estilo de título del patrón</a:t>
            </a:r>
            <a:endParaRPr lang="es-CL" dirty="0"/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F8036E10-D0F1-A7C9-D946-8333803DCA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5832" y="6034667"/>
            <a:ext cx="1256100" cy="409715"/>
          </a:xfrm>
          <a:prstGeom prst="rect">
            <a:avLst/>
          </a:prstGeom>
        </p:spPr>
      </p:pic>
      <p:sp>
        <p:nvSpPr>
          <p:cNvPr id="5" name="Marcador de texto 13">
            <a:extLst>
              <a:ext uri="{FF2B5EF4-FFF2-40B4-BE49-F238E27FC236}">
                <a16:creationId xmlns:a16="http://schemas.microsoft.com/office/drawing/2014/main" id="{11ADF359-7D00-A918-05E1-87D3422BAC4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5831" y="1140542"/>
            <a:ext cx="4965983" cy="2288458"/>
          </a:xfrm>
        </p:spPr>
        <p:txBody>
          <a:bodyPr>
            <a:noAutofit/>
          </a:bodyPr>
          <a:lstStyle>
            <a:lvl1pPr marL="7938" indent="-7938">
              <a:lnSpc>
                <a:spcPct val="100000"/>
              </a:lnSpc>
              <a:buNone/>
              <a:tabLst/>
              <a:defRPr sz="3600" b="1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s-MX" dirty="0"/>
              <a:t>Haz clic para modificar el estilo de subtítulo del patrón</a:t>
            </a:r>
            <a:endParaRPr lang="es-CL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FF2ED032-EAA4-C36E-B922-122C2F9C09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22" y="3751868"/>
            <a:ext cx="4965983" cy="1965590"/>
          </a:xfrm>
        </p:spPr>
        <p:txBody>
          <a:bodyPr anchor="b"/>
          <a:lstStyle>
            <a:lvl1pPr marL="9525" indent="-9525">
              <a:lnSpc>
                <a:spcPct val="100000"/>
              </a:lnSpc>
              <a:buNone/>
              <a:tabLst/>
              <a:defRPr sz="1800">
                <a:solidFill>
                  <a:srgbClr val="223C6A"/>
                </a:solidFill>
              </a:defRPr>
            </a:lvl1pPr>
          </a:lstStyle>
          <a:p>
            <a:pPr lvl="0"/>
            <a:endParaRPr lang="es-CL" dirty="0"/>
          </a:p>
        </p:txBody>
      </p:sp>
      <p:sp>
        <p:nvSpPr>
          <p:cNvPr id="11" name="Marcador de gráfico 10">
            <a:extLst>
              <a:ext uri="{FF2B5EF4-FFF2-40B4-BE49-F238E27FC236}">
                <a16:creationId xmlns:a16="http://schemas.microsoft.com/office/drawing/2014/main" id="{E6BFE579-F741-50B9-9A39-EDE3B1D7F847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466789" y="1404594"/>
            <a:ext cx="4769340" cy="4048812"/>
          </a:xfrm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71002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95B19873-7D17-DEAE-94C4-4EF0F24B0DB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23C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F8036E10-D0F1-A7C9-D946-8333803DCA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5832" y="6034667"/>
            <a:ext cx="1256100" cy="40971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92E389A-E904-CDCD-E667-91706A1CF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831" y="344794"/>
            <a:ext cx="4965983" cy="267948"/>
          </a:xfrm>
        </p:spPr>
        <p:txBody>
          <a:bodyPr anchor="t"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lang="es-MX" dirty="0"/>
              <a:t>Haz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151052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8804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0A41CC-34B5-B753-D378-9F13E5000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831" y="344794"/>
            <a:ext cx="10976737" cy="5689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 dirty="0"/>
              <a:t>Haz clic para modificar el estilo de título del patrón</a:t>
            </a:r>
            <a:endParaRPr lang="es-CL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9A0E227-66CE-428A-5389-3695982FA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5831" y="1484671"/>
            <a:ext cx="10976737" cy="4149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495057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70" r:id="rId2"/>
    <p:sldLayoutId id="2147483667" r:id="rId3"/>
    <p:sldLayoutId id="2147483674" r:id="rId4"/>
    <p:sldLayoutId id="2147483672" r:id="rId5"/>
    <p:sldLayoutId id="2147483673" r:id="rId6"/>
    <p:sldLayoutId id="2147483675" r:id="rId7"/>
    <p:sldLayoutId id="2147483652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rgbClr val="223C6A"/>
          </a:solidFill>
          <a:latin typeface="Poppins" pitchFamily="2" charset="77"/>
          <a:ea typeface="+mj-ea"/>
          <a:cs typeface="Poppins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23C6A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223C6A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223C6A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23C6A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23C6A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3.svg"/><Relationship Id="rId18" Type="http://schemas.openxmlformats.org/officeDocument/2006/relationships/image" Target="../media/image28.svg"/><Relationship Id="rId26" Type="http://schemas.openxmlformats.org/officeDocument/2006/relationships/hyperlink" Target="https://fonts.google.com/icons" TargetMode="External"/><Relationship Id="rId3" Type="http://schemas.openxmlformats.org/officeDocument/2006/relationships/image" Target="../media/image13.svg"/><Relationship Id="rId21" Type="http://schemas.openxmlformats.org/officeDocument/2006/relationships/image" Target="../media/image31.svg"/><Relationship Id="rId7" Type="http://schemas.openxmlformats.org/officeDocument/2006/relationships/image" Target="../media/image17.svg"/><Relationship Id="rId12" Type="http://schemas.openxmlformats.org/officeDocument/2006/relationships/image" Target="../media/image22.svg"/><Relationship Id="rId17" Type="http://schemas.openxmlformats.org/officeDocument/2006/relationships/image" Target="../media/image27.svg"/><Relationship Id="rId25" Type="http://schemas.openxmlformats.org/officeDocument/2006/relationships/image" Target="../media/image35.svg"/><Relationship Id="rId2" Type="http://schemas.openxmlformats.org/officeDocument/2006/relationships/image" Target="../media/image12.svg"/><Relationship Id="rId16" Type="http://schemas.openxmlformats.org/officeDocument/2006/relationships/image" Target="../media/image26.svg"/><Relationship Id="rId20" Type="http://schemas.openxmlformats.org/officeDocument/2006/relationships/image" Target="../media/image3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11" Type="http://schemas.openxmlformats.org/officeDocument/2006/relationships/image" Target="../media/image21.svg"/><Relationship Id="rId24" Type="http://schemas.openxmlformats.org/officeDocument/2006/relationships/image" Target="../media/image34.svg"/><Relationship Id="rId5" Type="http://schemas.openxmlformats.org/officeDocument/2006/relationships/image" Target="../media/image15.svg"/><Relationship Id="rId15" Type="http://schemas.openxmlformats.org/officeDocument/2006/relationships/image" Target="../media/image25.svg"/><Relationship Id="rId23" Type="http://schemas.openxmlformats.org/officeDocument/2006/relationships/image" Target="../media/image33.svg"/><Relationship Id="rId10" Type="http://schemas.openxmlformats.org/officeDocument/2006/relationships/image" Target="../media/image20.svg"/><Relationship Id="rId19" Type="http://schemas.openxmlformats.org/officeDocument/2006/relationships/image" Target="../media/image29.svg"/><Relationship Id="rId4" Type="http://schemas.openxmlformats.org/officeDocument/2006/relationships/image" Target="../media/image14.svg"/><Relationship Id="rId9" Type="http://schemas.openxmlformats.org/officeDocument/2006/relationships/image" Target="../media/image19.svg"/><Relationship Id="rId14" Type="http://schemas.openxmlformats.org/officeDocument/2006/relationships/image" Target="../media/image24.svg"/><Relationship Id="rId22" Type="http://schemas.openxmlformats.org/officeDocument/2006/relationships/image" Target="../media/image32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D25346-96CB-E0F4-FA01-36558121B2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L" dirty="0"/>
              <a:t>Título de la </a:t>
            </a:r>
            <a:r>
              <a:rPr lang="es-CL" dirty="0">
                <a:solidFill>
                  <a:srgbClr val="F29C00"/>
                </a:solidFill>
              </a:rPr>
              <a:t>presentación</a:t>
            </a:r>
            <a:endParaRPr lang="es-CL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B4F4344-D127-29AD-D5F0-F87B3F5A217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CL" dirty="0" err="1"/>
              <a:t>xx</a:t>
            </a:r>
            <a:r>
              <a:rPr lang="es-CL" dirty="0"/>
              <a:t> de </a:t>
            </a:r>
            <a:r>
              <a:rPr lang="es-CL" dirty="0" err="1"/>
              <a:t>xxxxxxx</a:t>
            </a:r>
            <a:r>
              <a:rPr lang="es-CL" dirty="0"/>
              <a:t> de 2026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D74A2A0-1DB7-DFEB-5FE7-5390F9C968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CL" dirty="0"/>
              <a:t>Subtítulo</a:t>
            </a:r>
          </a:p>
        </p:txBody>
      </p:sp>
      <p:pic>
        <p:nvPicPr>
          <p:cNvPr id="8" name="Marcador de posición de imagen 7">
            <a:extLst>
              <a:ext uri="{FF2B5EF4-FFF2-40B4-BE49-F238E27FC236}">
                <a16:creationId xmlns:a16="http://schemas.microsoft.com/office/drawing/2014/main" id="{2687201B-11F8-09DF-D545-BDAD81A741A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30" r="30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155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BC1B87-7D10-C051-0212-7BBE730913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L" dirty="0"/>
              <a:t>Título de la </a:t>
            </a:r>
            <a:r>
              <a:rPr lang="es-CL" dirty="0">
                <a:solidFill>
                  <a:srgbClr val="F29C00"/>
                </a:solidFill>
              </a:rPr>
              <a:t>presentación</a:t>
            </a:r>
            <a:endParaRPr lang="es-CL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4127468-68AC-6EC9-4B5B-261ED04CC9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CL" dirty="0"/>
              <a:t>Subtítulo de la presentación</a:t>
            </a:r>
          </a:p>
          <a:p>
            <a:endParaRPr lang="es-CL" dirty="0"/>
          </a:p>
        </p:txBody>
      </p:sp>
      <p:pic>
        <p:nvPicPr>
          <p:cNvPr id="7" name="Marcador de posición de imagen 6">
            <a:extLst>
              <a:ext uri="{FF2B5EF4-FFF2-40B4-BE49-F238E27FC236}">
                <a16:creationId xmlns:a16="http://schemas.microsoft.com/office/drawing/2014/main" id="{C75499FF-1788-2324-6834-F539D8423F22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t="8114" b="8114"/>
          <a:stretch/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273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posición de imagen 4">
            <a:extLst>
              <a:ext uri="{FF2B5EF4-FFF2-40B4-BE49-F238E27FC236}">
                <a16:creationId xmlns:a16="http://schemas.microsoft.com/office/drawing/2014/main" id="{72C92990-86CB-8862-DA36-97747BD60EC4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30" r="30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85C7C83-4938-A422-8F9D-37FBA6ABB18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</a:pPr>
            <a:r>
              <a:rPr lang="es-CL" b="1" dirty="0"/>
              <a:t>Lorem </a:t>
            </a:r>
            <a:r>
              <a:rPr lang="es-CL" b="1" dirty="0" err="1"/>
              <a:t>ipsum</a:t>
            </a:r>
            <a:r>
              <a:rPr lang="es-CL" b="1" dirty="0"/>
              <a:t> </a:t>
            </a:r>
            <a:r>
              <a:rPr lang="es-CL" dirty="0"/>
              <a:t>dolor </a:t>
            </a:r>
            <a:r>
              <a:rPr lang="es-CL" dirty="0" err="1"/>
              <a:t>sit</a:t>
            </a:r>
            <a:r>
              <a:rPr lang="es-CL" dirty="0"/>
              <a:t> </a:t>
            </a:r>
            <a:r>
              <a:rPr lang="es-CL" dirty="0" err="1"/>
              <a:t>amet</a:t>
            </a:r>
            <a:r>
              <a:rPr lang="es-CL" dirty="0"/>
              <a:t>, </a:t>
            </a:r>
            <a:r>
              <a:rPr lang="es-CL" dirty="0" err="1"/>
              <a:t>consectetur</a:t>
            </a:r>
            <a:r>
              <a:rPr lang="es-CL" dirty="0"/>
              <a:t> </a:t>
            </a:r>
            <a:r>
              <a:rPr lang="es-CL" dirty="0" err="1"/>
              <a:t>adipiscing</a:t>
            </a:r>
            <a:r>
              <a:rPr lang="es-CL" dirty="0"/>
              <a:t> </a:t>
            </a:r>
            <a:r>
              <a:rPr lang="es-CL" dirty="0" err="1"/>
              <a:t>elit</a:t>
            </a:r>
            <a:r>
              <a:rPr lang="es-CL" dirty="0"/>
              <a:t>. Nam </a:t>
            </a:r>
            <a:r>
              <a:rPr lang="es-CL" dirty="0" err="1"/>
              <a:t>condimentum</a:t>
            </a:r>
            <a:r>
              <a:rPr lang="es-CL" dirty="0"/>
              <a:t> </a:t>
            </a:r>
            <a:r>
              <a:rPr lang="es-CL" dirty="0" err="1"/>
              <a:t>vel</a:t>
            </a:r>
            <a:r>
              <a:rPr lang="es-CL" dirty="0"/>
              <a:t> </a:t>
            </a:r>
            <a:r>
              <a:rPr lang="es-CL" dirty="0" err="1"/>
              <a:t>velit</a:t>
            </a:r>
            <a:r>
              <a:rPr lang="es-CL" dirty="0"/>
              <a:t> a </a:t>
            </a:r>
            <a:r>
              <a:rPr lang="es-CL" dirty="0" err="1"/>
              <a:t>dapibus</a:t>
            </a:r>
            <a:r>
              <a:rPr lang="es-CL" dirty="0"/>
              <a:t>. </a:t>
            </a:r>
            <a:r>
              <a:rPr lang="es-CL" dirty="0" err="1"/>
              <a:t>Donec</a:t>
            </a:r>
            <a:r>
              <a:rPr lang="es-CL" dirty="0"/>
              <a:t> </a:t>
            </a:r>
            <a:r>
              <a:rPr lang="es-CL" dirty="0" err="1"/>
              <a:t>felis</a:t>
            </a:r>
            <a:r>
              <a:rPr lang="es-CL" dirty="0"/>
              <a:t> </a:t>
            </a:r>
            <a:r>
              <a:rPr lang="es-CL" dirty="0" err="1"/>
              <a:t>purus</a:t>
            </a:r>
            <a:r>
              <a:rPr lang="es-CL" dirty="0"/>
              <a:t>, </a:t>
            </a:r>
            <a:r>
              <a:rPr lang="es-CL" dirty="0" err="1"/>
              <a:t>tristique</a:t>
            </a:r>
            <a:r>
              <a:rPr lang="es-CL" dirty="0"/>
              <a:t> </a:t>
            </a:r>
            <a:r>
              <a:rPr lang="es-CL" dirty="0" err="1"/>
              <a:t>sollicitudin</a:t>
            </a:r>
            <a:r>
              <a:rPr lang="es-CL" dirty="0"/>
              <a:t> </a:t>
            </a:r>
            <a:r>
              <a:rPr lang="es-CL" dirty="0" err="1"/>
              <a:t>sem</a:t>
            </a:r>
            <a:r>
              <a:rPr lang="es-CL" dirty="0"/>
              <a:t> in, pulvinar.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D87187CF-CC5A-D312-98BF-C4E3907CAD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L" dirty="0"/>
              <a:t>Título de la </a:t>
            </a:r>
            <a:r>
              <a:rPr lang="es-CL" dirty="0">
                <a:solidFill>
                  <a:srgbClr val="F29C00"/>
                </a:solidFill>
              </a:rPr>
              <a:t>presentación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592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posición de imagen 5">
            <a:extLst>
              <a:ext uri="{FF2B5EF4-FFF2-40B4-BE49-F238E27FC236}">
                <a16:creationId xmlns:a16="http://schemas.microsoft.com/office/drawing/2014/main" id="{04549831-77F1-7D6C-8BAE-8E72F37D0F8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15515" r="31523"/>
          <a:stretch>
            <a:fillRect/>
          </a:stretch>
        </p:blipFill>
        <p:spPr>
          <a:xfrm>
            <a:off x="6743758" y="1"/>
            <a:ext cx="5449454" cy="6857999"/>
          </a:xfrm>
          <a:prstGeom prst="rect">
            <a:avLst/>
          </a:prstGeom>
          <a:ln>
            <a:noFill/>
          </a:ln>
        </p:spPr>
      </p:pic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8AB3217-44AF-C369-3734-0AC3FC4F6D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CL" b="1" dirty="0"/>
              <a:t>Lorem </a:t>
            </a:r>
            <a:r>
              <a:rPr lang="es-CL" b="1" dirty="0" err="1"/>
              <a:t>ipsum</a:t>
            </a:r>
            <a:r>
              <a:rPr lang="es-CL" b="1" dirty="0"/>
              <a:t> </a:t>
            </a:r>
            <a:r>
              <a:rPr lang="es-CL" dirty="0"/>
              <a:t>dolor </a:t>
            </a:r>
            <a:r>
              <a:rPr lang="es-CL" dirty="0" err="1"/>
              <a:t>sit</a:t>
            </a:r>
            <a:r>
              <a:rPr lang="es-CL" dirty="0"/>
              <a:t> </a:t>
            </a:r>
            <a:r>
              <a:rPr lang="es-CL" dirty="0" err="1"/>
              <a:t>amet</a:t>
            </a:r>
            <a:r>
              <a:rPr lang="es-CL" dirty="0"/>
              <a:t>, </a:t>
            </a:r>
            <a:r>
              <a:rPr lang="es-CL" dirty="0" err="1"/>
              <a:t>consectetur</a:t>
            </a:r>
            <a:r>
              <a:rPr lang="es-CL" dirty="0"/>
              <a:t> </a:t>
            </a:r>
            <a:r>
              <a:rPr lang="es-CL" dirty="0" err="1"/>
              <a:t>adipiscing</a:t>
            </a:r>
            <a:r>
              <a:rPr lang="es-CL" dirty="0"/>
              <a:t> </a:t>
            </a:r>
            <a:r>
              <a:rPr lang="es-CL" dirty="0" err="1"/>
              <a:t>elit</a:t>
            </a:r>
            <a:r>
              <a:rPr lang="es-CL" dirty="0"/>
              <a:t>. Nam </a:t>
            </a:r>
            <a:r>
              <a:rPr lang="es-CL" dirty="0" err="1"/>
              <a:t>condimentum</a:t>
            </a:r>
            <a:r>
              <a:rPr lang="es-CL" dirty="0"/>
              <a:t> </a:t>
            </a:r>
            <a:r>
              <a:rPr lang="es-CL" dirty="0" err="1"/>
              <a:t>vel</a:t>
            </a:r>
            <a:r>
              <a:rPr lang="es-CL" dirty="0"/>
              <a:t> </a:t>
            </a:r>
            <a:r>
              <a:rPr lang="es-CL" dirty="0" err="1"/>
              <a:t>velit</a:t>
            </a:r>
            <a:r>
              <a:rPr lang="es-CL" dirty="0"/>
              <a:t> a </a:t>
            </a:r>
            <a:r>
              <a:rPr lang="es-CL" dirty="0" err="1"/>
              <a:t>dapibus</a:t>
            </a:r>
            <a:r>
              <a:rPr lang="es-CL" dirty="0"/>
              <a:t>. </a:t>
            </a:r>
            <a:r>
              <a:rPr lang="es-CL" dirty="0" err="1"/>
              <a:t>Donec</a:t>
            </a:r>
            <a:r>
              <a:rPr lang="es-CL" dirty="0"/>
              <a:t> </a:t>
            </a:r>
            <a:r>
              <a:rPr lang="es-CL" dirty="0" err="1"/>
              <a:t>felis</a:t>
            </a:r>
            <a:r>
              <a:rPr lang="es-CL" dirty="0"/>
              <a:t> </a:t>
            </a:r>
            <a:r>
              <a:rPr lang="es-CL" dirty="0" err="1"/>
              <a:t>purus</a:t>
            </a:r>
            <a:r>
              <a:rPr lang="es-CL" dirty="0"/>
              <a:t>, </a:t>
            </a:r>
            <a:r>
              <a:rPr lang="es-CL" dirty="0" err="1"/>
              <a:t>tristique</a:t>
            </a:r>
            <a:r>
              <a:rPr lang="es-CL" dirty="0"/>
              <a:t> </a:t>
            </a:r>
            <a:r>
              <a:rPr lang="es-CL" dirty="0" err="1"/>
              <a:t>sollicitudin</a:t>
            </a:r>
            <a:r>
              <a:rPr lang="es-CL" dirty="0"/>
              <a:t> </a:t>
            </a:r>
            <a:r>
              <a:rPr lang="es-CL" dirty="0" err="1"/>
              <a:t>sem</a:t>
            </a:r>
            <a:r>
              <a:rPr lang="es-CL" dirty="0"/>
              <a:t> in, pulvinar.</a:t>
            </a:r>
          </a:p>
        </p:txBody>
      </p:sp>
      <p:sp>
        <p:nvSpPr>
          <p:cNvPr id="5" name="Título 3">
            <a:extLst>
              <a:ext uri="{FF2B5EF4-FFF2-40B4-BE49-F238E27FC236}">
                <a16:creationId xmlns:a16="http://schemas.microsoft.com/office/drawing/2014/main" id="{FCB79896-8111-7BFE-D4EE-F86D1ECEEB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L" dirty="0"/>
              <a:t>Título de la </a:t>
            </a:r>
            <a:r>
              <a:rPr lang="es-CL" dirty="0">
                <a:solidFill>
                  <a:srgbClr val="F29C00"/>
                </a:solidFill>
              </a:rPr>
              <a:t>presentación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981834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FABDA1-4041-5799-09E1-5FBE57F98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Título de la </a:t>
            </a:r>
            <a:r>
              <a:rPr lang="es-CL" dirty="0">
                <a:solidFill>
                  <a:srgbClr val="F29C00"/>
                </a:solidFill>
              </a:rPr>
              <a:t>presentación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D46C6B-0DF6-07BF-FA6F-65868EB6B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b="1" dirty="0"/>
              <a:t>Lorem </a:t>
            </a:r>
            <a:r>
              <a:rPr lang="es-CL" b="1" dirty="0" err="1"/>
              <a:t>ipsum</a:t>
            </a:r>
            <a:r>
              <a:rPr lang="es-CL" b="1" dirty="0"/>
              <a:t> </a:t>
            </a:r>
            <a:r>
              <a:rPr lang="es-CL" dirty="0"/>
              <a:t>dolor </a:t>
            </a:r>
            <a:r>
              <a:rPr lang="es-CL" dirty="0" err="1"/>
              <a:t>sit</a:t>
            </a:r>
            <a:r>
              <a:rPr lang="es-CL" dirty="0"/>
              <a:t> </a:t>
            </a:r>
            <a:r>
              <a:rPr lang="es-CL" dirty="0" err="1"/>
              <a:t>amet</a:t>
            </a:r>
            <a:r>
              <a:rPr lang="es-CL" dirty="0"/>
              <a:t>, </a:t>
            </a:r>
            <a:r>
              <a:rPr lang="es-CL" dirty="0" err="1"/>
              <a:t>consectetur</a:t>
            </a:r>
            <a:r>
              <a:rPr lang="es-CL" dirty="0"/>
              <a:t> </a:t>
            </a:r>
            <a:r>
              <a:rPr lang="es-CL" dirty="0" err="1"/>
              <a:t>adipiscing</a:t>
            </a:r>
            <a:r>
              <a:rPr lang="es-CL" dirty="0"/>
              <a:t> </a:t>
            </a:r>
            <a:r>
              <a:rPr lang="es-CL" dirty="0" err="1"/>
              <a:t>elit</a:t>
            </a:r>
            <a:r>
              <a:rPr lang="es-CL" dirty="0"/>
              <a:t>.</a:t>
            </a:r>
          </a:p>
          <a:p>
            <a:r>
              <a:rPr lang="es-CL" b="1" dirty="0"/>
              <a:t>Lorem </a:t>
            </a:r>
            <a:r>
              <a:rPr lang="es-CL" b="1" dirty="0" err="1"/>
              <a:t>ipsum</a:t>
            </a:r>
            <a:r>
              <a:rPr lang="es-CL" b="1" dirty="0"/>
              <a:t> </a:t>
            </a:r>
            <a:r>
              <a:rPr lang="es-CL" dirty="0"/>
              <a:t>dolor </a:t>
            </a:r>
            <a:r>
              <a:rPr lang="es-CL" dirty="0" err="1"/>
              <a:t>sit</a:t>
            </a:r>
            <a:r>
              <a:rPr lang="es-CL" dirty="0"/>
              <a:t> </a:t>
            </a:r>
            <a:r>
              <a:rPr lang="es-CL" dirty="0" err="1"/>
              <a:t>amet</a:t>
            </a:r>
            <a:r>
              <a:rPr lang="es-CL" dirty="0"/>
              <a:t> </a:t>
            </a:r>
            <a:r>
              <a:rPr lang="es-CL" dirty="0" err="1"/>
              <a:t>elit</a:t>
            </a:r>
            <a:r>
              <a:rPr lang="es-CL" dirty="0"/>
              <a:t>.</a:t>
            </a:r>
          </a:p>
          <a:p>
            <a:r>
              <a:rPr lang="es-CL" b="1" dirty="0"/>
              <a:t>Lorem </a:t>
            </a:r>
            <a:r>
              <a:rPr lang="es-CL" b="1" dirty="0" err="1"/>
              <a:t>ipsum</a:t>
            </a:r>
            <a:r>
              <a:rPr lang="es-CL" b="1" dirty="0"/>
              <a:t> </a:t>
            </a:r>
            <a:r>
              <a:rPr lang="es-CL" dirty="0"/>
              <a:t>dolor </a:t>
            </a:r>
            <a:r>
              <a:rPr lang="es-CL" dirty="0" err="1"/>
              <a:t>sit</a:t>
            </a:r>
            <a:r>
              <a:rPr lang="es-CL" dirty="0"/>
              <a:t> </a:t>
            </a:r>
            <a:r>
              <a:rPr lang="es-CL" dirty="0" err="1"/>
              <a:t>amet</a:t>
            </a:r>
            <a:r>
              <a:rPr lang="es-CL" dirty="0"/>
              <a:t> </a:t>
            </a:r>
            <a:r>
              <a:rPr lang="es-CL" dirty="0" err="1"/>
              <a:t>elit</a:t>
            </a:r>
            <a:r>
              <a:rPr lang="es-CL" dirty="0"/>
              <a:t>.</a:t>
            </a:r>
          </a:p>
          <a:p>
            <a:pPr marL="0" indent="0">
              <a:buNone/>
            </a:pPr>
            <a:endParaRPr lang="es-CL" dirty="0"/>
          </a:p>
          <a:p>
            <a:pPr marL="0" indent="0">
              <a:buNone/>
            </a:pPr>
            <a:r>
              <a:rPr lang="es-CL" b="1" dirty="0"/>
              <a:t>Lorem </a:t>
            </a:r>
            <a:r>
              <a:rPr lang="es-CL" b="1" dirty="0" err="1"/>
              <a:t>ipsum</a:t>
            </a:r>
            <a:r>
              <a:rPr lang="es-CL" b="1" dirty="0"/>
              <a:t> </a:t>
            </a:r>
            <a:r>
              <a:rPr lang="es-CL" dirty="0"/>
              <a:t>dolor </a:t>
            </a:r>
            <a:r>
              <a:rPr lang="es-CL" dirty="0" err="1"/>
              <a:t>sit</a:t>
            </a:r>
            <a:r>
              <a:rPr lang="es-CL" dirty="0"/>
              <a:t> </a:t>
            </a:r>
            <a:r>
              <a:rPr lang="es-CL" dirty="0" err="1"/>
              <a:t>amet</a:t>
            </a:r>
            <a:r>
              <a:rPr lang="es-CL" dirty="0"/>
              <a:t>, </a:t>
            </a:r>
            <a:r>
              <a:rPr lang="es-CL" dirty="0" err="1"/>
              <a:t>consectetur</a:t>
            </a:r>
            <a:r>
              <a:rPr lang="es-CL" dirty="0"/>
              <a:t> </a:t>
            </a:r>
            <a:r>
              <a:rPr lang="es-CL" dirty="0" err="1"/>
              <a:t>adipiscing</a:t>
            </a:r>
            <a:r>
              <a:rPr lang="es-CL" dirty="0"/>
              <a:t> </a:t>
            </a:r>
            <a:r>
              <a:rPr lang="es-CL" dirty="0" err="1"/>
              <a:t>elit</a:t>
            </a:r>
            <a:r>
              <a:rPr lang="es-CL" dirty="0"/>
              <a:t> </a:t>
            </a:r>
            <a:r>
              <a:rPr lang="es-CL" dirty="0" err="1"/>
              <a:t>sit</a:t>
            </a:r>
            <a:r>
              <a:rPr lang="es-CL" dirty="0"/>
              <a:t> </a:t>
            </a:r>
            <a:r>
              <a:rPr lang="es-CL" dirty="0" err="1"/>
              <a:t>amet</a:t>
            </a:r>
            <a:r>
              <a:rPr lang="es-CL" dirty="0"/>
              <a:t>, </a:t>
            </a:r>
            <a:r>
              <a:rPr lang="es-CL" dirty="0" err="1"/>
              <a:t>consectetur</a:t>
            </a:r>
            <a:r>
              <a:rPr lang="es-CL" dirty="0"/>
              <a:t> </a:t>
            </a:r>
            <a:r>
              <a:rPr lang="es-CL" dirty="0" err="1"/>
              <a:t>adipiscing</a:t>
            </a:r>
            <a:r>
              <a:rPr lang="es-CL" dirty="0"/>
              <a:t> </a:t>
            </a:r>
            <a:r>
              <a:rPr lang="es-CL" dirty="0" err="1"/>
              <a:t>elit</a:t>
            </a:r>
            <a:r>
              <a:rPr lang="es-CL" dirty="0"/>
              <a:t>, </a:t>
            </a:r>
            <a:r>
              <a:rPr lang="es-CL" dirty="0" err="1"/>
              <a:t>sit</a:t>
            </a:r>
            <a:r>
              <a:rPr lang="es-CL" dirty="0"/>
              <a:t> </a:t>
            </a:r>
            <a:r>
              <a:rPr lang="es-CL" dirty="0" err="1"/>
              <a:t>amet</a:t>
            </a:r>
            <a:r>
              <a:rPr lang="es-CL" dirty="0"/>
              <a:t>, </a:t>
            </a:r>
            <a:r>
              <a:rPr lang="es-CL" dirty="0" err="1"/>
              <a:t>consectetur</a:t>
            </a:r>
            <a:r>
              <a:rPr lang="es-CL" dirty="0"/>
              <a:t> </a:t>
            </a:r>
            <a:r>
              <a:rPr lang="es-CL" dirty="0" err="1"/>
              <a:t>adipiscing</a:t>
            </a:r>
            <a:r>
              <a:rPr lang="es-CL" dirty="0"/>
              <a:t> </a:t>
            </a:r>
            <a:r>
              <a:rPr lang="es-CL" dirty="0" err="1"/>
              <a:t>elit</a:t>
            </a:r>
            <a:r>
              <a:rPr lang="es-CL" dirty="0"/>
              <a:t>.</a:t>
            </a:r>
            <a:r>
              <a:rPr lang="es-CL" b="1" dirty="0"/>
              <a:t> Lorem </a:t>
            </a:r>
            <a:r>
              <a:rPr lang="es-CL" b="1" dirty="0" err="1"/>
              <a:t>ipsum</a:t>
            </a:r>
            <a:r>
              <a:rPr lang="es-CL" b="1" dirty="0"/>
              <a:t> </a:t>
            </a:r>
            <a:r>
              <a:rPr lang="es-CL" dirty="0"/>
              <a:t>dolor </a:t>
            </a:r>
            <a:r>
              <a:rPr lang="es-CL" dirty="0" err="1"/>
              <a:t>sit</a:t>
            </a:r>
            <a:r>
              <a:rPr lang="es-CL" dirty="0"/>
              <a:t> </a:t>
            </a:r>
            <a:r>
              <a:rPr lang="es-CL" dirty="0" err="1"/>
              <a:t>amet</a:t>
            </a:r>
            <a:r>
              <a:rPr lang="es-CL" dirty="0"/>
              <a:t>, </a:t>
            </a:r>
            <a:r>
              <a:rPr lang="es-CL" dirty="0" err="1"/>
              <a:t>consectetur</a:t>
            </a:r>
            <a:r>
              <a:rPr lang="es-CL" dirty="0"/>
              <a:t> </a:t>
            </a:r>
            <a:r>
              <a:rPr lang="es-CL" dirty="0" err="1"/>
              <a:t>adipiscing</a:t>
            </a:r>
            <a:r>
              <a:rPr lang="es-CL" dirty="0"/>
              <a:t> </a:t>
            </a:r>
            <a:r>
              <a:rPr lang="es-CL" dirty="0" err="1"/>
              <a:t>elit</a:t>
            </a:r>
            <a:r>
              <a:rPr lang="es-CL" dirty="0"/>
              <a:t>.</a:t>
            </a:r>
          </a:p>
          <a:p>
            <a:pPr marL="0" indent="0">
              <a:buNone/>
            </a:pPr>
            <a:endParaRPr lang="es-CL" dirty="0"/>
          </a:p>
          <a:p>
            <a:pPr marL="0" indent="0">
              <a:buNone/>
            </a:pPr>
            <a:endParaRPr lang="es-CL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BDE40D5-9E1F-96ED-9D1B-29167FAF66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CL" dirty="0"/>
              <a:t>Subtítulo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9554203-A292-5C4D-1EC0-0485E0DBB20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s-CL" dirty="0"/>
              <a:t>Título secundario</a:t>
            </a:r>
          </a:p>
        </p:txBody>
      </p:sp>
    </p:spTree>
    <p:extLst>
      <p:ext uri="{BB962C8B-B14F-4D97-AF65-F5344CB8AC3E}">
        <p14:creationId xmlns:p14="http://schemas.microsoft.com/office/powerpoint/2010/main" val="2416858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C2D4DF-933E-7951-1C42-B85802B34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L" dirty="0"/>
              <a:t>Título de la </a:t>
            </a:r>
            <a:r>
              <a:rPr lang="es-CL" dirty="0">
                <a:solidFill>
                  <a:srgbClr val="F29C00"/>
                </a:solidFill>
              </a:rPr>
              <a:t>presentación</a:t>
            </a:r>
            <a:r>
              <a:rPr lang="es-CL" b="0" dirty="0"/>
              <a:t>​</a:t>
            </a:r>
            <a:endParaRPr lang="es-CL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76FA87A-F0DF-4588-076F-0234A9ED73B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s-CL" dirty="0"/>
              <a:t>Título de la </a:t>
            </a:r>
            <a:r>
              <a:rPr lang="es-CL" dirty="0">
                <a:solidFill>
                  <a:srgbClr val="F29C00"/>
                </a:solidFill>
              </a:rPr>
              <a:t>diapositiva</a:t>
            </a:r>
            <a:r>
              <a:rPr lang="es-CL" b="0" dirty="0"/>
              <a:t>​</a:t>
            </a:r>
            <a:endParaRPr lang="es-CL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AA907C9-BCCD-28D2-1BC5-775DCAFD4E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831" y="3751868"/>
            <a:ext cx="4965983" cy="1965590"/>
          </a:xfrm>
        </p:spPr>
        <p:txBody>
          <a:bodyPr/>
          <a:lstStyle/>
          <a:p>
            <a:r>
              <a:rPr lang="es-CL" b="1" dirty="0"/>
              <a:t>Lorem </a:t>
            </a:r>
            <a:r>
              <a:rPr lang="es-CL" b="1" dirty="0" err="1"/>
              <a:t>ipsum</a:t>
            </a:r>
            <a:r>
              <a:rPr lang="es-CL" b="1" dirty="0"/>
              <a:t> </a:t>
            </a:r>
            <a:r>
              <a:rPr lang="es-CL" dirty="0"/>
              <a:t>dolor </a:t>
            </a:r>
            <a:r>
              <a:rPr lang="es-CL" dirty="0" err="1"/>
              <a:t>sit</a:t>
            </a:r>
            <a:r>
              <a:rPr lang="es-CL" dirty="0"/>
              <a:t> </a:t>
            </a:r>
            <a:r>
              <a:rPr lang="es-CL" dirty="0" err="1"/>
              <a:t>amet</a:t>
            </a:r>
            <a:r>
              <a:rPr lang="es-CL" dirty="0"/>
              <a:t>, </a:t>
            </a:r>
            <a:r>
              <a:rPr lang="es-CL" dirty="0" err="1"/>
              <a:t>consectetur</a:t>
            </a:r>
            <a:r>
              <a:rPr lang="es-CL" dirty="0"/>
              <a:t> </a:t>
            </a:r>
            <a:r>
              <a:rPr lang="es-CL" dirty="0" err="1"/>
              <a:t>adipiscing</a:t>
            </a:r>
            <a:r>
              <a:rPr lang="es-CL" dirty="0"/>
              <a:t> </a:t>
            </a:r>
            <a:r>
              <a:rPr lang="es-CL" dirty="0" err="1"/>
              <a:t>elit</a:t>
            </a:r>
            <a:r>
              <a:rPr lang="es-CL" dirty="0"/>
              <a:t>. Nam </a:t>
            </a:r>
            <a:r>
              <a:rPr lang="es-CL" dirty="0" err="1"/>
              <a:t>condimentum</a:t>
            </a:r>
            <a:r>
              <a:rPr lang="es-CL" dirty="0"/>
              <a:t> </a:t>
            </a:r>
            <a:r>
              <a:rPr lang="es-CL" dirty="0" err="1"/>
              <a:t>vel</a:t>
            </a:r>
            <a:r>
              <a:rPr lang="es-CL" dirty="0"/>
              <a:t> </a:t>
            </a:r>
            <a:r>
              <a:rPr lang="es-CL" dirty="0" err="1"/>
              <a:t>velit</a:t>
            </a:r>
            <a:r>
              <a:rPr lang="es-CL" dirty="0"/>
              <a:t> a </a:t>
            </a:r>
            <a:r>
              <a:rPr lang="es-CL" dirty="0" err="1"/>
              <a:t>dapibus</a:t>
            </a:r>
            <a:r>
              <a:rPr lang="es-CL" dirty="0"/>
              <a:t>. </a:t>
            </a:r>
            <a:r>
              <a:rPr lang="es-CL" dirty="0" err="1"/>
              <a:t>Donec</a:t>
            </a:r>
            <a:r>
              <a:rPr lang="es-CL" dirty="0"/>
              <a:t> </a:t>
            </a:r>
            <a:r>
              <a:rPr lang="es-CL" dirty="0" err="1"/>
              <a:t>felis</a:t>
            </a:r>
            <a:r>
              <a:rPr lang="es-CL" dirty="0"/>
              <a:t> </a:t>
            </a:r>
            <a:r>
              <a:rPr lang="es-CL" dirty="0" err="1"/>
              <a:t>purus</a:t>
            </a:r>
            <a:r>
              <a:rPr lang="es-CL" dirty="0"/>
              <a:t>, </a:t>
            </a:r>
            <a:r>
              <a:rPr lang="es-CL" dirty="0" err="1"/>
              <a:t>tristique</a:t>
            </a:r>
            <a:r>
              <a:rPr lang="es-CL" dirty="0"/>
              <a:t> </a:t>
            </a:r>
            <a:r>
              <a:rPr lang="es-CL" dirty="0" err="1"/>
              <a:t>sollicitudin</a:t>
            </a:r>
            <a:r>
              <a:rPr lang="es-CL" dirty="0"/>
              <a:t> </a:t>
            </a:r>
            <a:r>
              <a:rPr lang="es-CL" dirty="0" err="1"/>
              <a:t>sem</a:t>
            </a:r>
            <a:r>
              <a:rPr lang="es-CL" dirty="0"/>
              <a:t> in, pulvinar </a:t>
            </a:r>
            <a:r>
              <a:rPr lang="es-CL" dirty="0" err="1"/>
              <a:t>accumsan</a:t>
            </a:r>
            <a:r>
              <a:rPr lang="es-CL" dirty="0"/>
              <a:t> </a:t>
            </a:r>
            <a:r>
              <a:rPr lang="es-CL" dirty="0" err="1"/>
              <a:t>nibh</a:t>
            </a:r>
            <a:r>
              <a:rPr lang="es-CL" dirty="0"/>
              <a:t>.</a:t>
            </a:r>
          </a:p>
          <a:p>
            <a:r>
              <a:rPr lang="es-CL" b="1" dirty="0" err="1"/>
              <a:t>Pellentesque</a:t>
            </a:r>
            <a:r>
              <a:rPr lang="es-CL" b="1" dirty="0"/>
              <a:t> </a:t>
            </a:r>
            <a:r>
              <a:rPr lang="es-CL" dirty="0" err="1"/>
              <a:t>laoreet</a:t>
            </a:r>
            <a:r>
              <a:rPr lang="es-CL" dirty="0"/>
              <a:t> in </a:t>
            </a:r>
            <a:r>
              <a:rPr lang="es-CL" dirty="0" err="1"/>
              <a:t>purus</a:t>
            </a:r>
            <a:r>
              <a:rPr lang="es-CL" dirty="0"/>
              <a:t> id </a:t>
            </a:r>
            <a:r>
              <a:rPr lang="es-CL" dirty="0" err="1"/>
              <a:t>dapibus</a:t>
            </a:r>
            <a:r>
              <a:rPr lang="es-CL" dirty="0"/>
              <a:t>. In in </a:t>
            </a:r>
            <a:r>
              <a:rPr lang="es-CL" dirty="0" err="1"/>
              <a:t>molestie</a:t>
            </a:r>
            <a:r>
              <a:rPr lang="es-CL" dirty="0"/>
              <a:t> ex.</a:t>
            </a:r>
            <a:r>
              <a:rPr lang="en-US" dirty="0"/>
              <a:t>​</a:t>
            </a:r>
          </a:p>
        </p:txBody>
      </p:sp>
      <p:graphicFrame>
        <p:nvGraphicFramePr>
          <p:cNvPr id="6" name="Marcador de gráfico 5">
            <a:extLst>
              <a:ext uri="{FF2B5EF4-FFF2-40B4-BE49-F238E27FC236}">
                <a16:creationId xmlns:a16="http://schemas.microsoft.com/office/drawing/2014/main" id="{A00C66F8-F80F-B3B6-1C10-A48E287F6A6B}"/>
              </a:ext>
            </a:extLst>
          </p:cNvPr>
          <p:cNvGraphicFramePr>
            <a:graphicFrameLocks noGrp="1"/>
          </p:cNvGraphicFramePr>
          <p:nvPr>
            <p:ph type="chart" sz="quarter" idx="14"/>
            <p:extLst>
              <p:ext uri="{D42A27DB-BD31-4B8C-83A1-F6EECF244321}">
                <p14:modId xmlns:p14="http://schemas.microsoft.com/office/powerpoint/2010/main" val="1933805604"/>
              </p:ext>
            </p:extLst>
          </p:nvPr>
        </p:nvGraphicFramePr>
        <p:xfrm>
          <a:off x="6467475" y="1404938"/>
          <a:ext cx="4768850" cy="4048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33769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80442D-62D7-AD21-CC7E-9A6C34789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L" dirty="0"/>
              <a:t>Título de la </a:t>
            </a:r>
            <a:r>
              <a:rPr lang="es-CL" dirty="0">
                <a:solidFill>
                  <a:srgbClr val="F29C00"/>
                </a:solidFill>
              </a:rPr>
              <a:t>presentación</a:t>
            </a:r>
            <a:r>
              <a:rPr lang="es-CL" b="0" dirty="0"/>
              <a:t>​</a:t>
            </a:r>
            <a:endParaRPr lang="es-CL" dirty="0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CCDFDDA4-E407-C090-4ED4-8A27EC9DD51C}"/>
              </a:ext>
            </a:extLst>
          </p:cNvPr>
          <p:cNvSpPr/>
          <p:nvPr/>
        </p:nvSpPr>
        <p:spPr>
          <a:xfrm>
            <a:off x="595832" y="1626388"/>
            <a:ext cx="1574724" cy="1574724"/>
          </a:xfrm>
          <a:prstGeom prst="ellipse">
            <a:avLst/>
          </a:prstGeom>
          <a:solidFill>
            <a:srgbClr val="F29C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C000"/>
              </a:solidFill>
            </a:endParaRP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A6798334-0DED-D743-7019-61D3150E22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7466" y="1848022"/>
            <a:ext cx="1131456" cy="113145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939A42BD-6D43-FE19-0F90-84FEBF64F069}"/>
              </a:ext>
            </a:extLst>
          </p:cNvPr>
          <p:cNvSpPr txBox="1"/>
          <p:nvPr/>
        </p:nvSpPr>
        <p:spPr>
          <a:xfrm>
            <a:off x="511629" y="3306077"/>
            <a:ext cx="16589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6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Título de la diapositiva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B0BB915-0C53-6CE0-F307-9E742C12875C}"/>
              </a:ext>
            </a:extLst>
          </p:cNvPr>
          <p:cNvSpPr txBox="1"/>
          <p:nvPr/>
        </p:nvSpPr>
        <p:spPr>
          <a:xfrm>
            <a:off x="511629" y="3955006"/>
            <a:ext cx="165892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Cras odio justo, </a:t>
            </a:r>
            <a:r>
              <a:rPr lang="es-CL" sz="16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semper</a:t>
            </a:r>
            <a:r>
              <a:rPr lang="es-CL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id </a:t>
            </a:r>
            <a:r>
              <a:rPr lang="es-CL" sz="16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lacus</a:t>
            </a:r>
            <a:r>
              <a:rPr lang="es-CL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at, </a:t>
            </a:r>
            <a:r>
              <a:rPr lang="es-CL" sz="16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malesuada</a:t>
            </a:r>
            <a:r>
              <a:rPr lang="es-CL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CL" sz="16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aliquam</a:t>
            </a:r>
            <a:r>
              <a:rPr lang="es-CL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CL" sz="16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risus</a:t>
            </a:r>
            <a:endParaRPr lang="es-CL" sz="1600" b="1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BC4082B2-E832-79C9-1777-A1A6965ADADF}"/>
              </a:ext>
            </a:extLst>
          </p:cNvPr>
          <p:cNvSpPr/>
          <p:nvPr/>
        </p:nvSpPr>
        <p:spPr>
          <a:xfrm>
            <a:off x="2996670" y="1626388"/>
            <a:ext cx="1574724" cy="1574724"/>
          </a:xfrm>
          <a:prstGeom prst="ellipse">
            <a:avLst/>
          </a:prstGeom>
          <a:solidFill>
            <a:srgbClr val="F29C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C000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74B9FF2-B449-6522-D868-73D9965A796E}"/>
              </a:ext>
            </a:extLst>
          </p:cNvPr>
          <p:cNvSpPr txBox="1"/>
          <p:nvPr/>
        </p:nvSpPr>
        <p:spPr>
          <a:xfrm>
            <a:off x="2912467" y="3306077"/>
            <a:ext cx="16589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6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Título de la diapositiva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25147EF-77B3-F4F7-B2B2-0B7CA76366FD}"/>
              </a:ext>
            </a:extLst>
          </p:cNvPr>
          <p:cNvSpPr txBox="1"/>
          <p:nvPr/>
        </p:nvSpPr>
        <p:spPr>
          <a:xfrm>
            <a:off x="2912467" y="3955006"/>
            <a:ext cx="165892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Cras odio justo, </a:t>
            </a:r>
            <a:r>
              <a:rPr lang="es-CL" sz="16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semper</a:t>
            </a:r>
            <a:r>
              <a:rPr lang="es-CL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id </a:t>
            </a:r>
            <a:r>
              <a:rPr lang="es-CL" sz="16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lacus</a:t>
            </a:r>
            <a:r>
              <a:rPr lang="es-CL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at, </a:t>
            </a:r>
            <a:r>
              <a:rPr lang="es-CL" sz="16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malesuada</a:t>
            </a:r>
            <a:r>
              <a:rPr lang="es-CL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CL" sz="16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aliquam</a:t>
            </a:r>
            <a:r>
              <a:rPr lang="es-CL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CL" sz="16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risus</a:t>
            </a:r>
            <a:endParaRPr lang="es-CL" sz="1600" b="1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50F668EC-3AAD-4055-FD76-43E5F2FA137C}"/>
              </a:ext>
            </a:extLst>
          </p:cNvPr>
          <p:cNvSpPr/>
          <p:nvPr/>
        </p:nvSpPr>
        <p:spPr>
          <a:xfrm>
            <a:off x="5313306" y="1626388"/>
            <a:ext cx="1574724" cy="1574724"/>
          </a:xfrm>
          <a:prstGeom prst="ellipse">
            <a:avLst/>
          </a:prstGeom>
          <a:solidFill>
            <a:srgbClr val="F29C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C000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D677935-8133-56AE-9301-94695AED58C1}"/>
              </a:ext>
            </a:extLst>
          </p:cNvPr>
          <p:cNvSpPr txBox="1"/>
          <p:nvPr/>
        </p:nvSpPr>
        <p:spPr>
          <a:xfrm>
            <a:off x="5313306" y="3306077"/>
            <a:ext cx="16589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6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Título de la diapositiva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37AD3D6-7325-DA05-55B5-FCCDA1528ADC}"/>
              </a:ext>
            </a:extLst>
          </p:cNvPr>
          <p:cNvSpPr txBox="1"/>
          <p:nvPr/>
        </p:nvSpPr>
        <p:spPr>
          <a:xfrm>
            <a:off x="5313306" y="3955006"/>
            <a:ext cx="165892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Cras odio justo, </a:t>
            </a:r>
            <a:r>
              <a:rPr lang="es-CL" sz="16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semper</a:t>
            </a:r>
            <a:r>
              <a:rPr lang="es-CL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id </a:t>
            </a:r>
            <a:r>
              <a:rPr lang="es-CL" sz="16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lacus</a:t>
            </a:r>
            <a:r>
              <a:rPr lang="es-CL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at, </a:t>
            </a:r>
            <a:r>
              <a:rPr lang="es-CL" sz="16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malesuada</a:t>
            </a:r>
            <a:r>
              <a:rPr lang="es-CL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CL" sz="16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aliquam</a:t>
            </a:r>
            <a:r>
              <a:rPr lang="es-CL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CL" sz="16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risus</a:t>
            </a:r>
            <a:endParaRPr lang="es-CL" sz="1600" b="1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BC3A4166-86B7-4F2F-21A0-F74C6B0E1935}"/>
              </a:ext>
            </a:extLst>
          </p:cNvPr>
          <p:cNvSpPr/>
          <p:nvPr/>
        </p:nvSpPr>
        <p:spPr>
          <a:xfrm>
            <a:off x="7643867" y="1626388"/>
            <a:ext cx="1574724" cy="1574724"/>
          </a:xfrm>
          <a:prstGeom prst="ellipse">
            <a:avLst/>
          </a:prstGeom>
          <a:solidFill>
            <a:srgbClr val="F29C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C000"/>
              </a:solidFill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88758B7-37CD-28EA-3E51-5DA4342F836C}"/>
              </a:ext>
            </a:extLst>
          </p:cNvPr>
          <p:cNvSpPr txBox="1"/>
          <p:nvPr/>
        </p:nvSpPr>
        <p:spPr>
          <a:xfrm>
            <a:off x="7643867" y="3306077"/>
            <a:ext cx="16589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6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Título de la diapositiva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D9F0B65-D32F-4E57-310F-39CB772028DE}"/>
              </a:ext>
            </a:extLst>
          </p:cNvPr>
          <p:cNvSpPr txBox="1"/>
          <p:nvPr/>
        </p:nvSpPr>
        <p:spPr>
          <a:xfrm>
            <a:off x="7643867" y="3955006"/>
            <a:ext cx="165892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Cras odio justo, </a:t>
            </a:r>
            <a:r>
              <a:rPr lang="es-CL" sz="16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semper</a:t>
            </a:r>
            <a:r>
              <a:rPr lang="es-CL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id </a:t>
            </a:r>
            <a:r>
              <a:rPr lang="es-CL" sz="16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lacus</a:t>
            </a:r>
            <a:r>
              <a:rPr lang="es-CL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at, </a:t>
            </a:r>
            <a:r>
              <a:rPr lang="es-CL" sz="16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malesuada</a:t>
            </a:r>
            <a:r>
              <a:rPr lang="es-CL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CL" sz="16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aliquam</a:t>
            </a:r>
            <a:r>
              <a:rPr lang="es-CL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CL" sz="16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risus</a:t>
            </a:r>
            <a:endParaRPr lang="es-CL" sz="1600" b="1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16" name="Gráfico 15">
            <a:extLst>
              <a:ext uri="{FF2B5EF4-FFF2-40B4-BE49-F238E27FC236}">
                <a16:creationId xmlns:a16="http://schemas.microsoft.com/office/drawing/2014/main" id="{F99D42DC-4928-B14E-5EFF-851B07E608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23213" y="1852931"/>
            <a:ext cx="1121639" cy="1121639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BB33D6DD-35ED-F368-202E-40C020B77A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34941" y="1848023"/>
            <a:ext cx="1131455" cy="1131455"/>
          </a:xfrm>
          <a:prstGeom prst="rect">
            <a:avLst/>
          </a:prstGeom>
        </p:spPr>
      </p:pic>
      <p:pic>
        <p:nvPicPr>
          <p:cNvPr id="18" name="Gráfico 17">
            <a:extLst>
              <a:ext uri="{FF2B5EF4-FFF2-40B4-BE49-F238E27FC236}">
                <a16:creationId xmlns:a16="http://schemas.microsoft.com/office/drawing/2014/main" id="{82FCDEBC-6949-C701-B06F-714E43643D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65504" y="1852931"/>
            <a:ext cx="1131451" cy="1131451"/>
          </a:xfrm>
          <a:prstGeom prst="rect">
            <a:avLst/>
          </a:prstGeom>
        </p:spPr>
      </p:pic>
      <p:sp>
        <p:nvSpPr>
          <p:cNvPr id="19" name="Elipse 18">
            <a:extLst>
              <a:ext uri="{FF2B5EF4-FFF2-40B4-BE49-F238E27FC236}">
                <a16:creationId xmlns:a16="http://schemas.microsoft.com/office/drawing/2014/main" id="{6FF02467-55B0-3680-549C-1FA95979CC15}"/>
              </a:ext>
            </a:extLst>
          </p:cNvPr>
          <p:cNvSpPr/>
          <p:nvPr/>
        </p:nvSpPr>
        <p:spPr>
          <a:xfrm>
            <a:off x="9979344" y="1626388"/>
            <a:ext cx="1574724" cy="1574724"/>
          </a:xfrm>
          <a:prstGeom prst="ellipse">
            <a:avLst/>
          </a:prstGeom>
          <a:solidFill>
            <a:srgbClr val="F29C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C000"/>
              </a:solidFill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297447B5-2BEA-1082-D729-BA15512B41CA}"/>
              </a:ext>
            </a:extLst>
          </p:cNvPr>
          <p:cNvSpPr txBox="1"/>
          <p:nvPr/>
        </p:nvSpPr>
        <p:spPr>
          <a:xfrm>
            <a:off x="9937241" y="3306077"/>
            <a:ext cx="16589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6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Título de la diapositiva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5598BB2D-2B7B-214A-5859-B351D201CDC2}"/>
              </a:ext>
            </a:extLst>
          </p:cNvPr>
          <p:cNvSpPr txBox="1"/>
          <p:nvPr/>
        </p:nvSpPr>
        <p:spPr>
          <a:xfrm>
            <a:off x="9937241" y="3955006"/>
            <a:ext cx="165892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Cras odio justo, </a:t>
            </a:r>
            <a:r>
              <a:rPr lang="es-CL" sz="16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semper</a:t>
            </a:r>
            <a:r>
              <a:rPr lang="es-CL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id </a:t>
            </a:r>
            <a:r>
              <a:rPr lang="es-CL" sz="16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lacus</a:t>
            </a:r>
            <a:r>
              <a:rPr lang="es-CL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at, </a:t>
            </a:r>
            <a:r>
              <a:rPr lang="es-CL" sz="16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malesuada</a:t>
            </a:r>
            <a:r>
              <a:rPr lang="es-CL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CL" sz="16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aliquam</a:t>
            </a:r>
            <a:r>
              <a:rPr lang="es-CL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CL" sz="16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risus</a:t>
            </a:r>
            <a:endParaRPr lang="es-CL" sz="1600" b="1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22" name="Gráfico 21">
            <a:extLst>
              <a:ext uri="{FF2B5EF4-FFF2-40B4-BE49-F238E27FC236}">
                <a16:creationId xmlns:a16="http://schemas.microsoft.com/office/drawing/2014/main" id="{C053B62C-5DF9-3474-52CE-FA34A20EE7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00990" y="1848034"/>
            <a:ext cx="1131433" cy="1131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854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E48E7-808C-1A1A-D0B2-904030CAD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61C18B-9F69-98C2-4196-E16650ED8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L" dirty="0"/>
              <a:t>Algunos </a:t>
            </a:r>
            <a:r>
              <a:rPr lang="es-CL" dirty="0">
                <a:solidFill>
                  <a:srgbClr val="F29C00"/>
                </a:solidFill>
              </a:rPr>
              <a:t>íconos</a:t>
            </a:r>
          </a:p>
        </p:txBody>
      </p:sp>
      <p:pic>
        <p:nvPicPr>
          <p:cNvPr id="23" name="Gráfico 22">
            <a:extLst>
              <a:ext uri="{FF2B5EF4-FFF2-40B4-BE49-F238E27FC236}">
                <a16:creationId xmlns:a16="http://schemas.microsoft.com/office/drawing/2014/main" id="{E301F77F-4FCD-A121-9E93-2D5B93C82D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8347" y="1401861"/>
            <a:ext cx="1131468" cy="1131468"/>
          </a:xfrm>
          <a:prstGeom prst="rect">
            <a:avLst/>
          </a:prstGeom>
        </p:spPr>
      </p:pic>
      <p:pic>
        <p:nvPicPr>
          <p:cNvPr id="24" name="Gráfico 23">
            <a:extLst>
              <a:ext uri="{FF2B5EF4-FFF2-40B4-BE49-F238E27FC236}">
                <a16:creationId xmlns:a16="http://schemas.microsoft.com/office/drawing/2014/main" id="{B2DE42D8-B35A-C3EC-AC2E-BD0DED4EA4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80115" y="1401862"/>
            <a:ext cx="1131467" cy="1131467"/>
          </a:xfrm>
          <a:prstGeom prst="rect">
            <a:avLst/>
          </a:prstGeom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7F6D28BF-483F-3079-0A87-1D395A0D0E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31882" y="1401862"/>
            <a:ext cx="1131467" cy="1131467"/>
          </a:xfrm>
          <a:prstGeom prst="rect">
            <a:avLst/>
          </a:prstGeom>
        </p:spPr>
      </p:pic>
      <p:pic>
        <p:nvPicPr>
          <p:cNvPr id="26" name="Gráfico 25">
            <a:extLst>
              <a:ext uri="{FF2B5EF4-FFF2-40B4-BE49-F238E27FC236}">
                <a16:creationId xmlns:a16="http://schemas.microsoft.com/office/drawing/2014/main" id="{E7BE0A86-BDE9-45B0-0631-23E87F63F5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8355" y="2790520"/>
            <a:ext cx="1131456" cy="1131456"/>
          </a:xfrm>
          <a:prstGeom prst="rect">
            <a:avLst/>
          </a:prstGeom>
        </p:spPr>
      </p:pic>
      <p:pic>
        <p:nvPicPr>
          <p:cNvPr id="27" name="Gráfico 26">
            <a:extLst>
              <a:ext uri="{FF2B5EF4-FFF2-40B4-BE49-F238E27FC236}">
                <a16:creationId xmlns:a16="http://schemas.microsoft.com/office/drawing/2014/main" id="{B28C236B-6D85-E941-3E80-D3D3E040FA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80123" y="2790520"/>
            <a:ext cx="1131456" cy="1131456"/>
          </a:xfrm>
          <a:prstGeom prst="rect">
            <a:avLst/>
          </a:prstGeom>
        </p:spPr>
      </p:pic>
      <p:pic>
        <p:nvPicPr>
          <p:cNvPr id="28" name="Gráfico 27">
            <a:extLst>
              <a:ext uri="{FF2B5EF4-FFF2-40B4-BE49-F238E27FC236}">
                <a16:creationId xmlns:a16="http://schemas.microsoft.com/office/drawing/2014/main" id="{01A31990-A7BF-305E-E007-27DFDB9B85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31891" y="2790519"/>
            <a:ext cx="1131458" cy="1131458"/>
          </a:xfrm>
          <a:prstGeom prst="rect">
            <a:avLst/>
          </a:prstGeom>
        </p:spPr>
      </p:pic>
      <p:pic>
        <p:nvPicPr>
          <p:cNvPr id="29" name="Gráfico 28">
            <a:extLst>
              <a:ext uri="{FF2B5EF4-FFF2-40B4-BE49-F238E27FC236}">
                <a16:creationId xmlns:a16="http://schemas.microsoft.com/office/drawing/2014/main" id="{2B539335-F2F7-9663-1D77-4F2A31B116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80116" y="4179167"/>
            <a:ext cx="1131456" cy="1131456"/>
          </a:xfrm>
          <a:prstGeom prst="rect">
            <a:avLst/>
          </a:prstGeom>
        </p:spPr>
      </p:pic>
      <p:pic>
        <p:nvPicPr>
          <p:cNvPr id="30" name="Gráfico 29">
            <a:extLst>
              <a:ext uri="{FF2B5EF4-FFF2-40B4-BE49-F238E27FC236}">
                <a16:creationId xmlns:a16="http://schemas.microsoft.com/office/drawing/2014/main" id="{E7C8201B-A56A-722A-F087-2CC830B1DF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70737" y="2790520"/>
            <a:ext cx="1131456" cy="1131456"/>
          </a:xfrm>
          <a:prstGeom prst="rect">
            <a:avLst/>
          </a:prstGeom>
        </p:spPr>
      </p:pic>
      <p:pic>
        <p:nvPicPr>
          <p:cNvPr id="31" name="Gráfico 30">
            <a:extLst>
              <a:ext uri="{FF2B5EF4-FFF2-40B4-BE49-F238E27FC236}">
                <a16:creationId xmlns:a16="http://schemas.microsoft.com/office/drawing/2014/main" id="{A788DA06-22E7-73BB-193C-B171D49A27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31891" y="4179165"/>
            <a:ext cx="1131458" cy="1131458"/>
          </a:xfrm>
          <a:prstGeom prst="rect">
            <a:avLst/>
          </a:prstGeom>
        </p:spPr>
      </p:pic>
      <p:pic>
        <p:nvPicPr>
          <p:cNvPr id="32" name="Gráfico 31">
            <a:extLst>
              <a:ext uri="{FF2B5EF4-FFF2-40B4-BE49-F238E27FC236}">
                <a16:creationId xmlns:a16="http://schemas.microsoft.com/office/drawing/2014/main" id="{6A4967F6-0396-0BF9-22D7-E49876D528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970737" y="1401866"/>
            <a:ext cx="1131458" cy="1131458"/>
          </a:xfrm>
          <a:prstGeom prst="rect">
            <a:avLst/>
          </a:prstGeom>
        </p:spPr>
      </p:pic>
      <p:pic>
        <p:nvPicPr>
          <p:cNvPr id="33" name="Gráfico 32">
            <a:extLst>
              <a:ext uri="{FF2B5EF4-FFF2-40B4-BE49-F238E27FC236}">
                <a16:creationId xmlns:a16="http://schemas.microsoft.com/office/drawing/2014/main" id="{7C6E5125-02D5-F339-75A7-C9662BB8B0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70738" y="4179165"/>
            <a:ext cx="1131455" cy="1131455"/>
          </a:xfrm>
          <a:prstGeom prst="rect">
            <a:avLst/>
          </a:prstGeom>
        </p:spPr>
      </p:pic>
      <p:pic>
        <p:nvPicPr>
          <p:cNvPr id="34" name="Gráfico 33">
            <a:extLst>
              <a:ext uri="{FF2B5EF4-FFF2-40B4-BE49-F238E27FC236}">
                <a16:creationId xmlns:a16="http://schemas.microsoft.com/office/drawing/2014/main" id="{7644B11F-B48F-4C76-2F8A-E77DD6008C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28336" y="4179168"/>
            <a:ext cx="1131455" cy="1131455"/>
          </a:xfrm>
          <a:prstGeom prst="rect">
            <a:avLst/>
          </a:prstGeom>
        </p:spPr>
      </p:pic>
      <p:pic>
        <p:nvPicPr>
          <p:cNvPr id="35" name="Gráfico 34">
            <a:extLst>
              <a:ext uri="{FF2B5EF4-FFF2-40B4-BE49-F238E27FC236}">
                <a16:creationId xmlns:a16="http://schemas.microsoft.com/office/drawing/2014/main" id="{DB08809E-02B6-79A8-FAC0-5E57890830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95053" y="1401861"/>
            <a:ext cx="1131455" cy="1131455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4A6A2FD7-7B1D-2280-4977-62B29C82BD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395053" y="2725789"/>
            <a:ext cx="1131455" cy="1131455"/>
          </a:xfrm>
          <a:prstGeom prst="rect">
            <a:avLst/>
          </a:prstGeom>
        </p:spPr>
      </p:pic>
      <p:pic>
        <p:nvPicPr>
          <p:cNvPr id="37" name="Gráfico 36">
            <a:extLst>
              <a:ext uri="{FF2B5EF4-FFF2-40B4-BE49-F238E27FC236}">
                <a16:creationId xmlns:a16="http://schemas.microsoft.com/office/drawing/2014/main" id="{D4833073-4EF6-73C0-961D-3077E40D7C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395051" y="4179163"/>
            <a:ext cx="1131458" cy="1131458"/>
          </a:xfrm>
          <a:prstGeom prst="rect">
            <a:avLst/>
          </a:prstGeom>
        </p:spPr>
      </p:pic>
      <p:pic>
        <p:nvPicPr>
          <p:cNvPr id="38" name="Gráfico 37">
            <a:extLst>
              <a:ext uri="{FF2B5EF4-FFF2-40B4-BE49-F238E27FC236}">
                <a16:creationId xmlns:a16="http://schemas.microsoft.com/office/drawing/2014/main" id="{EA161991-43C9-CF51-EF4D-4CA4490434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819638" y="1401862"/>
            <a:ext cx="1131454" cy="1131454"/>
          </a:xfrm>
          <a:prstGeom prst="rect">
            <a:avLst/>
          </a:prstGeom>
        </p:spPr>
      </p:pic>
      <p:pic>
        <p:nvPicPr>
          <p:cNvPr id="39" name="Gráfico 38">
            <a:extLst>
              <a:ext uri="{FF2B5EF4-FFF2-40B4-BE49-F238E27FC236}">
                <a16:creationId xmlns:a16="http://schemas.microsoft.com/office/drawing/2014/main" id="{1E9CA1BB-3F2C-A922-CBA3-9C61B64057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819639" y="2790523"/>
            <a:ext cx="1131453" cy="1131453"/>
          </a:xfrm>
          <a:prstGeom prst="rect">
            <a:avLst/>
          </a:prstGeom>
        </p:spPr>
      </p:pic>
      <p:pic>
        <p:nvPicPr>
          <p:cNvPr id="40" name="Gráfico 39">
            <a:extLst>
              <a:ext uri="{FF2B5EF4-FFF2-40B4-BE49-F238E27FC236}">
                <a16:creationId xmlns:a16="http://schemas.microsoft.com/office/drawing/2014/main" id="{88463741-74D0-CB92-902D-B7F558E87E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819640" y="4179168"/>
            <a:ext cx="1131452" cy="1131452"/>
          </a:xfrm>
          <a:prstGeom prst="rect">
            <a:avLst/>
          </a:prstGeom>
        </p:spPr>
      </p:pic>
      <p:pic>
        <p:nvPicPr>
          <p:cNvPr id="41" name="Gráfico 40">
            <a:extLst>
              <a:ext uri="{FF2B5EF4-FFF2-40B4-BE49-F238E27FC236}">
                <a16:creationId xmlns:a16="http://schemas.microsoft.com/office/drawing/2014/main" id="{DFEA205C-3B7D-7A87-8D18-9A4BE3C63F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200680" y="1401861"/>
            <a:ext cx="1131451" cy="1131451"/>
          </a:xfrm>
          <a:prstGeom prst="rect">
            <a:avLst/>
          </a:prstGeom>
        </p:spPr>
      </p:pic>
      <p:pic>
        <p:nvPicPr>
          <p:cNvPr id="42" name="Gráfico 41">
            <a:extLst>
              <a:ext uri="{FF2B5EF4-FFF2-40B4-BE49-F238E27FC236}">
                <a16:creationId xmlns:a16="http://schemas.microsoft.com/office/drawing/2014/main" id="{FA6537F5-DAD1-1C2A-5BA2-18C7CE3F14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200680" y="2790525"/>
            <a:ext cx="1131451" cy="1131451"/>
          </a:xfrm>
          <a:prstGeom prst="rect">
            <a:avLst/>
          </a:prstGeom>
        </p:spPr>
      </p:pic>
      <p:pic>
        <p:nvPicPr>
          <p:cNvPr id="43" name="Gráfico 42">
            <a:extLst>
              <a:ext uri="{FF2B5EF4-FFF2-40B4-BE49-F238E27FC236}">
                <a16:creationId xmlns:a16="http://schemas.microsoft.com/office/drawing/2014/main" id="{237B523D-C3B8-9297-3144-0CB13ACEA5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200679" y="4179169"/>
            <a:ext cx="1131451" cy="1131451"/>
          </a:xfrm>
          <a:prstGeom prst="rect">
            <a:avLst/>
          </a:prstGeom>
        </p:spPr>
      </p:pic>
      <p:pic>
        <p:nvPicPr>
          <p:cNvPr id="44" name="Gráfico 43">
            <a:extLst>
              <a:ext uri="{FF2B5EF4-FFF2-40B4-BE49-F238E27FC236}">
                <a16:creationId xmlns:a16="http://schemas.microsoft.com/office/drawing/2014/main" id="{7D7863FB-665B-0F6C-0A92-1D11F91B3F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0538425" y="1401885"/>
            <a:ext cx="1131450" cy="1131450"/>
          </a:xfrm>
          <a:prstGeom prst="rect">
            <a:avLst/>
          </a:prstGeom>
        </p:spPr>
      </p:pic>
      <p:pic>
        <p:nvPicPr>
          <p:cNvPr id="45" name="Gráfico 44">
            <a:extLst>
              <a:ext uri="{FF2B5EF4-FFF2-40B4-BE49-F238E27FC236}">
                <a16:creationId xmlns:a16="http://schemas.microsoft.com/office/drawing/2014/main" id="{1E00FD91-B93B-373E-638C-EF91B6B866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538425" y="2790551"/>
            <a:ext cx="1131449" cy="1131449"/>
          </a:xfrm>
          <a:prstGeom prst="rect">
            <a:avLst/>
          </a:prstGeom>
        </p:spPr>
      </p:pic>
      <p:pic>
        <p:nvPicPr>
          <p:cNvPr id="46" name="Gráfico 45">
            <a:extLst>
              <a:ext uri="{FF2B5EF4-FFF2-40B4-BE49-F238E27FC236}">
                <a16:creationId xmlns:a16="http://schemas.microsoft.com/office/drawing/2014/main" id="{635F88C8-291A-FDEF-3568-19AC3E21D2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0538441" y="4179187"/>
            <a:ext cx="1131433" cy="1131433"/>
          </a:xfrm>
          <a:prstGeom prst="rect">
            <a:avLst/>
          </a:prstGeom>
        </p:spPr>
      </p:pic>
      <p:sp>
        <p:nvSpPr>
          <p:cNvPr id="47" name="Rectángulo redondeado 46">
            <a:hlinkClick r:id="rId26"/>
            <a:extLst>
              <a:ext uri="{FF2B5EF4-FFF2-40B4-BE49-F238E27FC236}">
                <a16:creationId xmlns:a16="http://schemas.microsoft.com/office/drawing/2014/main" id="{9C4A15FB-4780-AF29-56F4-F2C32A543616}"/>
              </a:ext>
            </a:extLst>
          </p:cNvPr>
          <p:cNvSpPr/>
          <p:nvPr/>
        </p:nvSpPr>
        <p:spPr>
          <a:xfrm>
            <a:off x="8736496" y="5896911"/>
            <a:ext cx="2859672" cy="409715"/>
          </a:xfrm>
          <a:prstGeom prst="roundRect">
            <a:avLst/>
          </a:prstGeom>
          <a:solidFill>
            <a:srgbClr val="F29C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200" dirty="0">
                <a:solidFill>
                  <a:srgbClr val="223C6A"/>
                </a:solidFill>
              </a:rPr>
              <a:t>Más Material Symbols </a:t>
            </a:r>
            <a:r>
              <a:rPr lang="es-CL" sz="1200" dirty="0" err="1">
                <a:solidFill>
                  <a:srgbClr val="223C6A"/>
                </a:solidFill>
              </a:rPr>
              <a:t>icons</a:t>
            </a:r>
            <a:r>
              <a:rPr lang="es-CL" sz="1200" dirty="0">
                <a:solidFill>
                  <a:srgbClr val="223C6A"/>
                </a:solidFill>
              </a:rPr>
              <a:t> de </a:t>
            </a:r>
            <a:r>
              <a:rPr lang="es-CL" sz="1200" b="1" dirty="0">
                <a:solidFill>
                  <a:srgbClr val="223C6A"/>
                </a:solidFill>
              </a:rPr>
              <a:t>Google</a:t>
            </a:r>
          </a:p>
        </p:txBody>
      </p:sp>
    </p:spTree>
    <p:extLst>
      <p:ext uri="{BB962C8B-B14F-4D97-AF65-F5344CB8AC3E}">
        <p14:creationId xmlns:p14="http://schemas.microsoft.com/office/powerpoint/2010/main" val="1830086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3403A558-44B9-0C20-679D-23C9ABC52B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16741" y="2359371"/>
            <a:ext cx="6558517" cy="2139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7452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UdeC">
      <a:dk1>
        <a:srgbClr val="213B69"/>
      </a:dk1>
      <a:lt1>
        <a:srgbClr val="FEFFFF"/>
      </a:lt1>
      <a:dk2>
        <a:srgbClr val="F39F15"/>
      </a:dk2>
      <a:lt2>
        <a:srgbClr val="E8E8E8"/>
      </a:lt2>
      <a:accent1>
        <a:srgbClr val="02B3D8"/>
      </a:accent1>
      <a:accent2>
        <a:srgbClr val="006779"/>
      </a:accent2>
      <a:accent3>
        <a:srgbClr val="FE5F0E"/>
      </a:accent3>
      <a:accent4>
        <a:srgbClr val="05A37E"/>
      </a:accent4>
      <a:accent5>
        <a:srgbClr val="00478E"/>
      </a:accent5>
      <a:accent6>
        <a:srgbClr val="D04F07"/>
      </a:accent6>
      <a:hlink>
        <a:srgbClr val="70AC46"/>
      </a:hlink>
      <a:folHlink>
        <a:srgbClr val="0000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12770</TotalTime>
  <Words>291</Words>
  <Application>Microsoft Office PowerPoint</Application>
  <PresentationFormat>Widescreen</PresentationFormat>
  <Paragraphs>35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Tema de Office</vt:lpstr>
      <vt:lpstr>Título de la presentación</vt:lpstr>
      <vt:lpstr>Título de la presentación</vt:lpstr>
      <vt:lpstr>Título de la presentación</vt:lpstr>
      <vt:lpstr>Título de la presentación</vt:lpstr>
      <vt:lpstr>Título de la presentación</vt:lpstr>
      <vt:lpstr>Título de la presentación​</vt:lpstr>
      <vt:lpstr>Título de la presentación​</vt:lpstr>
      <vt:lpstr>Algunos íconos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Pablo Andres Victoriano Yañez</dc:creator>
  <cp:lastModifiedBy>Fabiola Jeannette Maureira Carrasco</cp:lastModifiedBy>
  <cp:revision>62</cp:revision>
  <dcterms:created xsi:type="dcterms:W3CDTF">2024-12-09T12:46:52Z</dcterms:created>
  <dcterms:modified xsi:type="dcterms:W3CDTF">2026-07-09T20:41:59Z</dcterms:modified>
</cp:coreProperties>
</file>